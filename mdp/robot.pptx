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72" r:id="rId2"/>
    <p:sldId id="373" r:id="rId3"/>
    <p:sldId id="374" r:id="rId4"/>
    <p:sldId id="376" r:id="rId5"/>
    <p:sldId id="375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</p:sldIdLst>
  <p:sldSz cx="9144000" cy="6858000" type="screen4x3"/>
  <p:notesSz cx="7099300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86400" autoAdjust="0"/>
  </p:normalViewPr>
  <p:slideViewPr>
    <p:cSldViewPr snapToGrid="0" snapToObjects="1"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02AFEF7D-0F5B-46FE-955A-E9DFAFCB90C1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A509356-DC20-4289-9B8A-92ECC85530A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5E032C-4CEE-4FFE-8AD2-B18CFD5B773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356-DC20-4289-9B8A-92ECC85530AE}" type="slidenum">
              <a:rPr lang="en-US" altLang="ja-JP" smtClean="0"/>
              <a:pPr/>
              <a:t>27</a:t>
            </a:fld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3A431-F0A2-4498-9B99-4E316DD858D8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901A7-30CC-4244-AC1D-4432D3BFFCB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85F60D-2276-432A-93AB-23E94F04B36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0A245-9887-4288-A9BE-B8A98211D94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BEDCD0-E185-4EC4-AA40-082972A8A14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CAC4D-28B7-4772-B0F9-0A7907DC5E0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9A962F-ACFD-4695-9304-106CB12203C2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C234A-A3A4-44F6-A9E2-108939E62A7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30D961-CD92-47CD-8898-7EFAC029528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7E917-639C-483B-BB32-1C5372995AE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3CAC3F-40B7-4528-B482-CE15BB4749F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F32019-5BB1-42DC-BF77-A4FE45D4194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F6821D-A4AB-44FC-830E-A1899477DDC7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D885-00FC-4496-9747-38E4A6CB360F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0BD9A7-EDB6-4CAE-B7C1-E16333911A5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2095B-1B3A-4C44-B884-3F0FC938F142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82FABC-B5B1-4313-9016-AFE01A26347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04A78-9F6E-4CF8-B217-7BE16E509444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C52B8F-3663-4897-88A7-A614EF02840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C968-20D1-4E97-A7BC-79708718D6C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92838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92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A9E36-8EA1-4C07-9DC4-76E232F6669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D0640-34DB-4649-B51C-865C7FE249D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D3BBCD6A-E7DD-44D8-A45D-D5A2D3D8CA2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46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72133AB-CA0D-4CCD-8A69-49BCD064CB69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ロボットみたいなもの</a:t>
            </a:r>
            <a:endParaRPr lang="ja-JP" altLang="en-US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メディアデザイン演習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「</a:t>
            </a:r>
            <a:r>
              <a:rPr kumimoji="1" lang="ja-JP" altLang="en-US" dirty="0" smtClean="0"/>
              <a:t>モデラー」を起動する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</a:t>
            </a:fld>
            <a:endParaRPr lang="en-US" altLang="ja-JP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テキスト ボックス 8"/>
          <p:cNvSpPr txBox="1"/>
          <p:nvPr/>
        </p:nvSpPr>
        <p:spPr>
          <a:xfrm>
            <a:off x="2746861" y="2520587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3"/>
                </a:solidFill>
              </a:rPr>
              <a:t>上面図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746861" y="4869160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3"/>
                </a:solidFill>
              </a:rPr>
              <a:t>背面図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100794" y="4869160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3"/>
                </a:solidFill>
              </a:rPr>
              <a:t>右面図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100794" y="2520587"/>
            <a:ext cx="100811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 smtClean="0">
                <a:solidFill>
                  <a:schemeClr val="accent3"/>
                </a:solidFill>
              </a:rPr>
              <a:t>透視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図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グリッドの間隔を調整する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</a:t>
            </a:fld>
            <a:endParaRPr lang="en-US" altLang="ja-JP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矢印コネクタ 8"/>
          <p:cNvCxnSpPr/>
          <p:nvPr/>
        </p:nvCxnSpPr>
        <p:spPr>
          <a:xfrm rot="16200000" flipV="1">
            <a:off x="4355976" y="364502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059832" y="3284984"/>
            <a:ext cx="13420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ドラッグする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5400000" flipH="1" flipV="1">
            <a:off x="1547664" y="616530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763688" y="5517232"/>
            <a:ext cx="302679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,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」で縮小（グリッド間隔拡大）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.</a:t>
            </a:r>
            <a:r>
              <a:rPr lang="ja-JP" altLang="en-US" dirty="0" smtClean="0">
                <a:solidFill>
                  <a:schemeClr val="accent3"/>
                </a:solidFill>
              </a:rPr>
              <a:t>」で拡大（グリッド間隔縮小）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原点</a:t>
            </a:r>
            <a:r>
              <a:rPr kumimoji="1" lang="ja-JP" altLang="en-US" dirty="0" smtClean="0"/>
              <a:t>位置を調整する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4</a:t>
            </a:fld>
            <a:endParaRPr lang="en-US" altLang="ja-JP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4067944" y="364502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771800" y="3284984"/>
            <a:ext cx="13420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ドラッグする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275856" y="4643844"/>
            <a:ext cx="325922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「矢印キー（↑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,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↓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,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←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, 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→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)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」で移動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5400000" flipH="1" flipV="1">
            <a:off x="3250917" y="5830203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3467503" y="5460871"/>
            <a:ext cx="64633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原点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 flipH="1" flipV="1">
            <a:off x="3250917" y="2501209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466941" y="2132856"/>
            <a:ext cx="64633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原点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5400000" flipH="1" flipV="1">
            <a:off x="6604850" y="3276671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6820874" y="2907339"/>
            <a:ext cx="64633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原点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rot="5400000" flipH="1" flipV="1">
            <a:off x="6604850" y="5830203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6820874" y="5460871"/>
            <a:ext cx="64633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原点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「ボックス」を選んでマウスを</a:t>
            </a:r>
            <a:r>
              <a:rPr kumimoji="1" lang="ja-JP" altLang="en-US" dirty="0" smtClean="0"/>
              <a:t>ドラッグする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5</a:t>
            </a:fld>
            <a:endParaRPr lang="en-US" altLang="ja-JP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>
            <a:off x="2891607" y="4684843"/>
            <a:ext cx="712583" cy="52014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123728" y="1628800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「作成」のタブ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691680" y="5363924"/>
            <a:ext cx="312617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マウスを対角線方向にドラッグ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6200000" flipH="1">
            <a:off x="1547664" y="242088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1835696" y="1412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763688" y="2636912"/>
            <a:ext cx="185820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「ボックス」を選ぶ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奥行方向に</a:t>
            </a:r>
            <a:r>
              <a:rPr kumimoji="1" lang="ja-JP" altLang="en-US" dirty="0" smtClean="0"/>
              <a:t>ドラッグする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6</a:t>
            </a:fld>
            <a:endParaRPr lang="en-US" altLang="ja-JP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>
            <a:off x="6300192" y="4941168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339752" y="5579948"/>
            <a:ext cx="519565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マウスを奥行方向にドラッグすればボックスができる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中心をドラッグして</a:t>
            </a:r>
            <a:r>
              <a:rPr kumimoji="1" lang="ja-JP" altLang="en-US" dirty="0" smtClean="0"/>
              <a:t>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7</a:t>
            </a:fld>
            <a:endParaRPr lang="en-US" altLang="ja-JP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flipH="1">
            <a:off x="6604850" y="4947893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014428" y="5579948"/>
            <a:ext cx="378982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中心をドラッグすれば平行移動できる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斜め方向から見てみる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8</a:t>
            </a:fld>
            <a:endParaRPr lang="en-US" altLang="ja-JP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>
            <a:off x="7596336" y="155679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300192" y="1700808"/>
            <a:ext cx="13420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ドラッグする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透視</a:t>
            </a:r>
            <a:r>
              <a:rPr lang="ja-JP" altLang="en-US" dirty="0" smtClean="0"/>
              <a:t>（パース）</a:t>
            </a:r>
            <a:r>
              <a:rPr kumimoji="1" lang="ja-JP" altLang="en-US" dirty="0" smtClean="0"/>
              <a:t>図でも変形できる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9</a:t>
            </a:fld>
            <a:endParaRPr lang="en-US" altLang="ja-JP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6300192" y="270892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4572000" y="2924944"/>
            <a:ext cx="176843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ドラッグして変形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「ボックス」の数値入力</a:t>
            </a:r>
            <a:r>
              <a:rPr kumimoji="1" lang="ja-JP" altLang="en-US" dirty="0" smtClean="0"/>
              <a:t>ウィンドウを開く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10</a:t>
            </a:fld>
            <a:endParaRPr lang="en-US" altLang="ja-JP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5278263" y="614036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>
            <a:off x="5364088" y="3284984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652120" y="2924944"/>
            <a:ext cx="171874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位置やサイズを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直接指定できる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>
            <a:off x="5012575" y="4222676"/>
            <a:ext cx="639545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5652120" y="3861048"/>
            <a:ext cx="200247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半径を大きくすると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角が取れる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3691278" y="4380142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1474600" y="4005064"/>
            <a:ext cx="223330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分割率を大きくすると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角が丸</a:t>
            </a:r>
            <a:r>
              <a:rPr lang="ja-JP" altLang="en-US" dirty="0" smtClean="0">
                <a:solidFill>
                  <a:schemeClr val="accent3"/>
                </a:solidFill>
              </a:rPr>
              <a:t>くなる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6" name="直線矢印コネクタ 15"/>
          <p:cNvCxnSpPr/>
          <p:nvPr/>
        </p:nvCxnSpPr>
        <p:spPr>
          <a:xfrm rot="10800000">
            <a:off x="4203647" y="3924743"/>
            <a:ext cx="432048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2122927" y="3358733"/>
            <a:ext cx="208903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チェックを入れると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角がシャープになる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436096" y="5590981"/>
            <a:ext cx="290015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「数値入力」をクリックするか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n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Enter</a:t>
            </a:r>
            <a:r>
              <a:rPr kumimoji="1" lang="ja-JP" altLang="en-US" dirty="0" smtClean="0"/>
              <a:t>」「スペース」で</a:t>
            </a:r>
            <a:r>
              <a:rPr kumimoji="1" lang="ja-JP" altLang="en-US" dirty="0" smtClean="0"/>
              <a:t>確定する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11</a:t>
            </a:fld>
            <a:endParaRPr lang="en-US" altLang="ja-JP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H="1">
            <a:off x="1547664" y="242088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1763688" y="2636912"/>
            <a:ext cx="4894289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もう一度「ボックス」をクリックするか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Enter</a:t>
            </a:r>
            <a:r>
              <a:rPr lang="ja-JP" altLang="en-US" dirty="0" smtClean="0">
                <a:solidFill>
                  <a:schemeClr val="accent3"/>
                </a:solidFill>
              </a:rPr>
              <a:t>」キーあるいは「スペース」キーで確定する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（「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Ctr</a:t>
            </a:r>
            <a:r>
              <a:rPr lang="en-US" altLang="ja-JP" dirty="0" smtClean="0">
                <a:solidFill>
                  <a:schemeClr val="accent3"/>
                </a:solidFill>
              </a:rPr>
              <a:t>l-Z</a:t>
            </a:r>
            <a:r>
              <a:rPr lang="ja-JP" altLang="en-US" dirty="0" smtClean="0">
                <a:solidFill>
                  <a:schemeClr val="accent3"/>
                </a:solidFill>
              </a:rPr>
              <a:t>」で取り消すこともできる）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「色・質感」を指定する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12</a:t>
            </a:fld>
            <a:endParaRPr lang="en-US" altLang="ja-JP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3635896" y="198884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779912" y="1700808"/>
            <a:ext cx="213872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「名称」を書き換える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6300192" y="616530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2460552" y="5867980"/>
            <a:ext cx="391164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「色・質感」をクリックするか「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q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6200000" flipV="1">
            <a:off x="4059577" y="2861194"/>
            <a:ext cx="1008114" cy="3656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4594050" y="2564904"/>
            <a:ext cx="3650358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とりあえず色を決める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細かな設定は「色・質感編集」で行う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6" name="直線矢印コネクタ 15"/>
          <p:cNvCxnSpPr/>
          <p:nvPr/>
        </p:nvCxnSpPr>
        <p:spPr>
          <a:xfrm rot="5400000">
            <a:off x="3131840" y="3044021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1619673" y="3260045"/>
            <a:ext cx="2088232" cy="1200329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「スムージング」にチェックを入れると</a:t>
            </a:r>
            <a:r>
              <a:rPr lang="ja-JP" altLang="en-US" dirty="0" smtClean="0">
                <a:solidFill>
                  <a:schemeClr val="accent3"/>
                </a:solidFill>
              </a:rPr>
              <a:t>曲面が滑らかになる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「スムースシェイド」で表示する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13</a:t>
            </a:fld>
            <a:endParaRPr lang="en-US" altLang="ja-JP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>
            <a:off x="5292080" y="245414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555776" y="2598156"/>
            <a:ext cx="2808312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「スムージング」の効果を確認するには「スムースシェイド」や「テクスチャー」を選ぶ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 flipH="1" flipV="1">
            <a:off x="6120172" y="1592796"/>
            <a:ext cx="216024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レイヤーを切り替える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14</a:t>
            </a:fld>
            <a:endParaRPr lang="en-US" altLang="ja-JP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885172" y="1595548"/>
            <a:ext cx="302433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下側をクリックしたレイヤーは「背景」</a:t>
            </a:r>
            <a:r>
              <a:rPr lang="ja-JP" altLang="en-US" dirty="0" smtClean="0">
                <a:solidFill>
                  <a:schemeClr val="accent3"/>
                </a:solidFill>
              </a:rPr>
              <a:t>（編集できない）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になる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7275052" y="1481975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7347060" y="1699740"/>
            <a:ext cx="104462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新しい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レイヤー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0800000" flipV="1">
            <a:off x="6837500" y="1451532"/>
            <a:ext cx="432048" cy="28803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「ディスク」を選んでマウスを</a:t>
            </a:r>
            <a:r>
              <a:rPr kumimoji="1" lang="ja-JP" altLang="en-US" dirty="0" smtClean="0"/>
              <a:t>ドラッグする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15</a:t>
            </a:fld>
            <a:endParaRPr lang="en-US" altLang="ja-JP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>
            <a:off x="3403246" y="254277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123728" y="1628800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「作成」のタブ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563888" y="2195572"/>
            <a:ext cx="309411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マウスを円の中心からドラッグ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6200000" flipH="1">
            <a:off x="1547664" y="267016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16200000" flipH="1">
            <a:off x="1835696" y="1412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763688" y="2886188"/>
            <a:ext cx="184056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「ディスク」を選ぶ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「ディスク」に厚みをつけて</a:t>
            </a:r>
            <a:r>
              <a:rPr lang="ja-JP" altLang="en-US" dirty="0" smtClean="0"/>
              <a:t>平行</a:t>
            </a:r>
            <a:r>
              <a:rPr kumimoji="1" lang="ja-JP" altLang="en-US" dirty="0" smtClean="0"/>
              <a:t>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16</a:t>
            </a:fld>
            <a:endParaRPr lang="en-US" altLang="ja-JP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3420666" y="5516438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 flipH="1" flipV="1">
            <a:off x="3198466" y="5179077"/>
            <a:ext cx="388279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「ディスク」の数値入力</a:t>
            </a:r>
            <a:r>
              <a:rPr kumimoji="1" lang="ja-JP" altLang="en-US" dirty="0" smtClean="0"/>
              <a:t>ウィンドウを開く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17</a:t>
            </a:fld>
            <a:endParaRPr lang="en-US" altLang="ja-JP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5278263" y="614036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>
            <a:off x="5571913" y="3989506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857136" y="3800978"/>
            <a:ext cx="171874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位置やサイズを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直接指定できる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flipV="1">
            <a:off x="5206255" y="2254621"/>
            <a:ext cx="653690" cy="53845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5857136" y="1885289"/>
            <a:ext cx="156966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中心軸の方向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0" name="直線矢印コネクタ 19"/>
          <p:cNvCxnSpPr/>
          <p:nvPr/>
        </p:nvCxnSpPr>
        <p:spPr>
          <a:xfrm flipV="1">
            <a:off x="5571799" y="2793076"/>
            <a:ext cx="288146" cy="16784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5857136" y="2365196"/>
            <a:ext cx="224773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「サイド」を多くすれば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側面が滑らかになる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5566181" y="3114906"/>
            <a:ext cx="293764" cy="17693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/>
          <p:cNvSpPr txBox="1"/>
          <p:nvPr/>
        </p:nvSpPr>
        <p:spPr>
          <a:xfrm>
            <a:off x="5857136" y="3044779"/>
            <a:ext cx="241765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ja-JP" altLang="en-US" dirty="0" smtClean="0">
                <a:solidFill>
                  <a:schemeClr val="accent3"/>
                </a:solidFill>
              </a:rPr>
              <a:t>曲げたりするつもりなら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分割数を増やしておく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436096" y="5590981"/>
            <a:ext cx="290015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「数値入力」をクリックするか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n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「色・質感」を指定する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18</a:t>
            </a:fld>
            <a:endParaRPr lang="en-US" altLang="ja-JP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3635896" y="198884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779912" y="1700808"/>
            <a:ext cx="213872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「名称」を書き換える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6300192" y="616530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2460552" y="5867980"/>
            <a:ext cx="391164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「色・質感」をクリックするか「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q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6200000" flipV="1">
            <a:off x="4059577" y="2861194"/>
            <a:ext cx="1008114" cy="3656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4594050" y="2564904"/>
            <a:ext cx="3650358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とりあえず色を決める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細かな設定は「色・質感編集」で行う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>
            <a:off x="3131840" y="3044021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619673" y="3260045"/>
            <a:ext cx="2088232" cy="1200329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「スムージング」にチェックを入れると</a:t>
            </a:r>
            <a:r>
              <a:rPr lang="ja-JP" altLang="en-US" dirty="0" smtClean="0">
                <a:solidFill>
                  <a:schemeClr val="accent3"/>
                </a:solidFill>
              </a:rPr>
              <a:t>曲面が滑らかになる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レイヤーを切り替える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19</a:t>
            </a:fld>
            <a:endParaRPr lang="en-US" altLang="ja-JP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976615" y="1595548"/>
            <a:ext cx="3024336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Shift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」を押しながら下側をクリックすれば複数のレイヤーを「背景」にできる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7366495" y="1481975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7438503" y="1699740"/>
            <a:ext cx="104462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新しい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レイヤー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0800000" flipV="1">
            <a:off x="6928943" y="1451532"/>
            <a:ext cx="432048" cy="28803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「ディスク」を追加する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20</a:t>
            </a:fld>
            <a:endParaRPr lang="en-US" altLang="ja-JP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334901" y="2630671"/>
            <a:ext cx="3024336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同じようにして作成した「ディスク」の下に別の「ディスク」を配置する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0800000">
            <a:off x="6359237" y="3092336"/>
            <a:ext cx="303485" cy="21343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レイヤーをコピーする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21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H="1">
            <a:off x="7264044" y="1481975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959494" y="1699740"/>
            <a:ext cx="1195293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一つ目のディスクのレイヤー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1433810" y="1608379"/>
            <a:ext cx="385357" cy="2217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132583" y="1911930"/>
            <a:ext cx="288721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「編集」メニューから「コピー」を選ぶか「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Ctrl-C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未使用のレイヤーに</a:t>
            </a:r>
            <a:r>
              <a:rPr lang="ja-JP" altLang="en-US" dirty="0" smtClean="0"/>
              <a:t>貼り付ける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22</a:t>
            </a:fld>
            <a:endParaRPr lang="en-US" altLang="ja-JP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H="1">
            <a:off x="7438617" y="1481975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134067" y="1699740"/>
            <a:ext cx="113461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未使用のレイヤー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1329902" y="1712289"/>
            <a:ext cx="593175" cy="2217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132583" y="1911930"/>
            <a:ext cx="316846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「編集」メニューから「貼り付け」を選ぶか「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Ctrl-V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貼り付けた結果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23</a:t>
            </a:fld>
            <a:endParaRPr lang="en-US" altLang="ja-JP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4008233" y="2528093"/>
            <a:ext cx="235100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元の位置と同じ位置に貼り付けられる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0800000">
            <a:off x="6359237" y="2851259"/>
            <a:ext cx="303485" cy="21343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貼り付けた「ディスク」を移動する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24</a:t>
            </a:fld>
            <a:endParaRPr lang="en-US" altLang="ja-JP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376460" y="5318360"/>
            <a:ext cx="301048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マウスをドラッグして移動する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3099261" y="5503025"/>
            <a:ext cx="296418" cy="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2398057" y="1628800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「変形」のタブ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16200000" flipH="1">
            <a:off x="1547664" y="242077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 rot="16200000" flipH="1">
            <a:off x="2110025" y="1412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1763688" y="2636797"/>
            <a:ext cx="178584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「移動」を選ぶか</a:t>
            </a:r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</a:t>
            </a:r>
            <a:r>
              <a:rPr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二つ目の「ディスク」をコピーする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25</a:t>
            </a:fld>
            <a:endParaRPr lang="en-US" altLang="ja-JP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H="1">
            <a:off x="7355487" y="1481975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050937" y="1699740"/>
            <a:ext cx="1195293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二つ目のディスクのレイヤー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1433810" y="1608379"/>
            <a:ext cx="385357" cy="2217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132583" y="1911930"/>
            <a:ext cx="288721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「編集」メニューから「コピー」を選ぶか「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Ctrl-C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未使用のレイヤーに貼り付ける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26</a:t>
            </a:fld>
            <a:endParaRPr lang="en-US" altLang="ja-JP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H="1">
            <a:off x="7530060" y="1481975"/>
            <a:ext cx="288032" cy="1440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190510" y="1699740"/>
            <a:ext cx="113054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未使用のレイヤー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1329902" y="1712289"/>
            <a:ext cx="593175" cy="2217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132583" y="1911930"/>
            <a:ext cx="316846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「編集」メニューから「貼り付け」を選ぶか「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Ctrl-V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貼り付けた「ディスク」を移動する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27</a:t>
            </a:fld>
            <a:endParaRPr lang="en-US" altLang="ja-JP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376460" y="5687692"/>
            <a:ext cx="301048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マウスをドラッグして移動する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3099261" y="5872357"/>
            <a:ext cx="296418" cy="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2398057" y="1628800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「変形」のタブ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6200000" flipH="1">
            <a:off x="1547664" y="242077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16200000" flipH="1">
            <a:off x="2110025" y="1412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763688" y="2636797"/>
            <a:ext cx="178584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「移動」を選ぶか</a:t>
            </a:r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</a:t>
            </a:r>
            <a:r>
              <a:rPr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「ボックス」を作成する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28</a:t>
            </a:fld>
            <a:endParaRPr lang="en-US" altLang="ja-JP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>
            <a:off x="6502398" y="461433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123728" y="1628800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「作成」のタブ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566884" y="3995611"/>
            <a:ext cx="170179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マウスを対角線方向にドラッグ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6200000" flipH="1">
            <a:off x="1547664" y="243740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16200000" flipH="1">
            <a:off x="1835696" y="1412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763688" y="2653424"/>
            <a:ext cx="185820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「ボックス」を選ぶ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 flipH="1" flipV="1">
            <a:off x="5278263" y="614036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5436096" y="5590981"/>
            <a:ext cx="290015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「数値入力」をクリックするか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n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10800000">
            <a:off x="4380806" y="4396723"/>
            <a:ext cx="318655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1993643" y="3931968"/>
            <a:ext cx="2517261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角に丸みをつけないなら「半径」を 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0</a:t>
            </a:r>
            <a:r>
              <a:rPr lang="en-US" altLang="ja-JP" dirty="0" smtClean="0">
                <a:solidFill>
                  <a:schemeClr val="accent3"/>
                </a:solidFill>
              </a:rPr>
              <a:t>, </a:t>
            </a:r>
            <a:r>
              <a:rPr lang="ja-JP" altLang="en-US" dirty="0" smtClean="0">
                <a:solidFill>
                  <a:schemeClr val="accent3"/>
                </a:solidFill>
              </a:rPr>
              <a:t>「局部の分割数」を </a:t>
            </a:r>
            <a:r>
              <a:rPr lang="en-US" altLang="ja-JP" dirty="0" smtClean="0">
                <a:solidFill>
                  <a:schemeClr val="accent3"/>
                </a:solidFill>
              </a:rPr>
              <a:t>1 </a:t>
            </a:r>
            <a:r>
              <a:rPr lang="ja-JP" altLang="en-US" dirty="0" smtClean="0">
                <a:solidFill>
                  <a:schemeClr val="accent3"/>
                </a:solidFill>
              </a:rPr>
              <a:t>にする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厚みをつけて色を</a:t>
            </a:r>
            <a:r>
              <a:rPr kumimoji="1" lang="ja-JP" altLang="en-US" dirty="0" smtClean="0"/>
              <a:t>設定する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29</a:t>
            </a:fld>
            <a:endParaRPr lang="en-US" altLang="ja-JP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6300192" y="616530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460552" y="5867980"/>
            <a:ext cx="391164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「色・質感」をクリックするか「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q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940232" y="4580312"/>
            <a:ext cx="355709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マウスをドラッグして厚みをつける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0800000" flipV="1">
            <a:off x="3557837" y="4764975"/>
            <a:ext cx="432273" cy="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5400000">
            <a:off x="3231596" y="288607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719428" y="3102098"/>
            <a:ext cx="242031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「スムージング」しないならチェックを外す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両腕をつける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30</a:t>
            </a:fld>
            <a:endParaRPr lang="en-US" altLang="ja-JP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0800000" flipV="1">
            <a:off x="6019800" y="2778062"/>
            <a:ext cx="372580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756047" y="2892829"/>
            <a:ext cx="242031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同じ手順を繰り返してこのような形を作る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756047" y="3539160"/>
            <a:ext cx="2420310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「パーツ」ごとに異なるレイヤーに分けられていること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 rot="5400000">
            <a:off x="7310405" y="1472325"/>
            <a:ext cx="216024" cy="15655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3257000" y="1633677"/>
            <a:ext cx="412470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Shift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」を押しながら上側をクリックすれば複数のレイヤーを同時に編集できる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「ボール」を作成する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31</a:t>
            </a:fld>
            <a:endParaRPr lang="en-US" altLang="ja-JP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>
            <a:off x="7861833" y="1503415"/>
            <a:ext cx="289773" cy="10287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190510" y="1699740"/>
            <a:ext cx="113054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未使用のレイヤー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073850" y="1628800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「作成」のタブ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5400000" flipH="1" flipV="1">
            <a:off x="1547664" y="232101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6200000" flipH="1">
            <a:off x="1835696" y="1412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1770061" y="1998132"/>
            <a:ext cx="174599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「ボール」を選ぶ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16200000" flipV="1">
            <a:off x="3253669" y="2761493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3409205" y="2902700"/>
            <a:ext cx="309411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マウスを円の中心からドラッグ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「ボール」に厚みをつけて平行移動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32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H="1">
            <a:off x="2912888" y="4353168"/>
            <a:ext cx="421036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rot="5400000">
            <a:off x="2968459" y="4679253"/>
            <a:ext cx="547011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「数値入力」で「モザイク」に切り替える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33</a:t>
            </a:fld>
            <a:endParaRPr lang="en-US" altLang="ja-JP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5278263" y="614036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5436096" y="5590981"/>
            <a:ext cx="290015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「数値入力」をクリックするか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n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0800000" flipV="1">
            <a:off x="4796445" y="2786350"/>
            <a:ext cx="639653" cy="43898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2131755" y="2884510"/>
            <a:ext cx="281942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球を作るなら「モザイク」の方が少ないポリゴンで済む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131755" y="3601152"/>
            <a:ext cx="281942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「グローブ」は顔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などのモデリングのベースに使う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「ボール」</a:t>
            </a:r>
            <a:r>
              <a:rPr kumimoji="1" lang="ja-JP" altLang="en-US" dirty="0" smtClean="0"/>
              <a:t>の色を設定する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34</a:t>
            </a:fld>
            <a:endParaRPr lang="en-US" altLang="ja-JP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3677461" y="186414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821477" y="1576113"/>
            <a:ext cx="213872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「名称」を書き換える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6300192" y="616530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2460552" y="5867980"/>
            <a:ext cx="391164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「色・質感」をクリックするか「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q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6200000" flipV="1">
            <a:off x="4101142" y="2736499"/>
            <a:ext cx="1008114" cy="36565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4635615" y="2440209"/>
            <a:ext cx="3650358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とりあえず色を決める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細かな設定は「色・質感編集」で行う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>
            <a:off x="3173405" y="291932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661238" y="3135350"/>
            <a:ext cx="208823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「スムージング」にチェックを入れる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オブジェクトを保存する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35</a:t>
            </a:fld>
            <a:endParaRPr lang="en-US" altLang="ja-JP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1238462" y="1712288"/>
            <a:ext cx="776057" cy="2217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448466" y="2038405"/>
            <a:ext cx="2387067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「ファイル」メニューから「保存」を選ぶか「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s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「デスクトップ」か「マイドキュメント」に保存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36</a:t>
            </a:fld>
            <a:endParaRPr lang="en-US" altLang="ja-JP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2799894" y="5345084"/>
            <a:ext cx="447935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デフォルトで開かれるディレクトリ（コンテンツディレクトリ）にはファイルを保存できない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4015154" y="4417382"/>
            <a:ext cx="216024" cy="19618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5400000">
            <a:off x="2841459" y="2975964"/>
            <a:ext cx="224551" cy="22455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358672" y="2472833"/>
            <a:ext cx="1707145" cy="17500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「デスクトップ」や「マイドキュメント」など自分のファイルが保存可能な場所を選ぶ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16200000" flipV="1">
            <a:off x="5605440" y="4682726"/>
            <a:ext cx="224551" cy="22455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773003" y="4548038"/>
            <a:ext cx="172436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「ファイル名」を指定する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mde">
      <a:dk1>
        <a:srgbClr val="393939"/>
      </a:dk1>
      <a:lt1>
        <a:srgbClr val="FFFFFF"/>
      </a:lt1>
      <a:dk2>
        <a:srgbClr val="5F5F5F"/>
      </a:dk2>
      <a:lt2>
        <a:srgbClr val="FFCC00"/>
      </a:lt2>
      <a:accent1>
        <a:srgbClr val="4D4D4D"/>
      </a:accent1>
      <a:accent2>
        <a:srgbClr val="FF3300"/>
      </a:accent2>
      <a:accent3>
        <a:srgbClr val="EE8D0C"/>
      </a:accent3>
      <a:accent4>
        <a:srgbClr val="DADADA"/>
      </a:accent4>
      <a:accent5>
        <a:srgbClr val="B2B2B2"/>
      </a:accent5>
      <a:accent6>
        <a:srgbClr val="E72D00"/>
      </a:accent6>
      <a:hlink>
        <a:srgbClr val="FF6600"/>
      </a:hlink>
      <a:folHlink>
        <a:srgbClr val="D456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3">
        <a:dk1>
          <a:srgbClr val="0033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4">
        <a:dk1>
          <a:srgbClr val="003300"/>
        </a:dk1>
        <a:lt1>
          <a:srgbClr val="FFFFFF"/>
        </a:lt1>
        <a:dk2>
          <a:srgbClr val="0033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5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777777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DBDBD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6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4D4D4D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2B2B2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Words>1102</Words>
  <Application>Microsoft Office PowerPoint</Application>
  <PresentationFormat>画面に合わせる (4:3)</PresentationFormat>
  <Paragraphs>216</Paragraphs>
  <Slides>36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37" baseType="lpstr">
      <vt:lpstr>標準デザイン</vt:lpstr>
      <vt:lpstr>ロボットみたいなもの</vt:lpstr>
      <vt:lpstr>「モデラー」を起動する</vt:lpstr>
      <vt:lpstr>グリッドの間隔を調整する</vt:lpstr>
      <vt:lpstr>原点位置を調整する</vt:lpstr>
      <vt:lpstr>「ボックス」を選んでマウスをドラッグする</vt:lpstr>
      <vt:lpstr>奥行方向にドラッグする</vt:lpstr>
      <vt:lpstr>中心をドラッグして移動する</vt:lpstr>
      <vt:lpstr>斜め方向から見てみる</vt:lpstr>
      <vt:lpstr>透視（パース）図でも変形できる</vt:lpstr>
      <vt:lpstr>「ボックス」の数値入力ウィンドウを開く</vt:lpstr>
      <vt:lpstr>「Enter」「スペース」で確定する</vt:lpstr>
      <vt:lpstr>「色・質感」を指定する</vt:lpstr>
      <vt:lpstr>「スムースシェイド」で表示する</vt:lpstr>
      <vt:lpstr>レイヤーを切り替える</vt:lpstr>
      <vt:lpstr>「ディスク」を選んでマウスをドラッグする</vt:lpstr>
      <vt:lpstr>「ディスク」に厚みをつけて平行移動する</vt:lpstr>
      <vt:lpstr>「ディスク」の数値入力ウィンドウを開く</vt:lpstr>
      <vt:lpstr>「色・質感」を指定する</vt:lpstr>
      <vt:lpstr>レイヤーを切り替える</vt:lpstr>
      <vt:lpstr>「ディスク」を追加する</vt:lpstr>
      <vt:lpstr>レイヤーをコピーする</vt:lpstr>
      <vt:lpstr>未使用のレイヤーに貼り付ける</vt:lpstr>
      <vt:lpstr>貼り付けた結果</vt:lpstr>
      <vt:lpstr>貼り付けた「ディスク」を移動する</vt:lpstr>
      <vt:lpstr>二つ目の「ディスク」をコピーする</vt:lpstr>
      <vt:lpstr>未使用のレイヤーに貼り付ける</vt:lpstr>
      <vt:lpstr>貼り付けた「ディスク」を移動する</vt:lpstr>
      <vt:lpstr>「ボックス」を作成する</vt:lpstr>
      <vt:lpstr>厚みをつけて色を設定する</vt:lpstr>
      <vt:lpstr>両腕をつける</vt:lpstr>
      <vt:lpstr>「ボール」を作成する</vt:lpstr>
      <vt:lpstr>「ボール」に厚みをつけて平行移動</vt:lpstr>
      <vt:lpstr>「数値入力」で「モザイク」に切り替える</vt:lpstr>
      <vt:lpstr>「ボール」の色を設定する</vt:lpstr>
      <vt:lpstr>オブジェクトを保存する</vt:lpstr>
      <vt:lpstr>「デスクトップ」か「マイドキュメント」に保存</vt:lpstr>
    </vt:vector>
  </TitlesOfParts>
  <Company>和歌山大学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モデリング</dc:title>
  <dc:creator>床井浩平</dc:creator>
  <cp:lastModifiedBy>Kohe Tokoi</cp:lastModifiedBy>
  <cp:revision>236</cp:revision>
  <dcterms:created xsi:type="dcterms:W3CDTF">2003-10-06T09:37:19Z</dcterms:created>
  <dcterms:modified xsi:type="dcterms:W3CDTF">2010-09-24T05:49:03Z</dcterms:modified>
</cp:coreProperties>
</file>