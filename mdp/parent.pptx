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372" r:id="rId2"/>
    <p:sldId id="373" r:id="rId3"/>
    <p:sldId id="374" r:id="rId4"/>
    <p:sldId id="375" r:id="rId5"/>
    <p:sldId id="376" r:id="rId6"/>
    <p:sldId id="377" r:id="rId7"/>
    <p:sldId id="378" r:id="rId8"/>
    <p:sldId id="379" r:id="rId9"/>
    <p:sldId id="380" r:id="rId10"/>
    <p:sldId id="381" r:id="rId11"/>
    <p:sldId id="382" r:id="rId12"/>
    <p:sldId id="383" r:id="rId13"/>
    <p:sldId id="384" r:id="rId14"/>
    <p:sldId id="385" r:id="rId15"/>
    <p:sldId id="386" r:id="rId16"/>
    <p:sldId id="387" r:id="rId17"/>
    <p:sldId id="388" r:id="rId18"/>
    <p:sldId id="389" r:id="rId19"/>
  </p:sldIdLst>
  <p:sldSz cx="9144000" cy="6858000" type="screen4x3"/>
  <p:notesSz cx="7099300" cy="10234613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1" autoAdjust="0"/>
    <p:restoredTop sz="86400" autoAdjust="0"/>
  </p:normalViewPr>
  <p:slideViewPr>
    <p:cSldViewPr snapToGrid="0" snapToObjects="1">
      <p:cViewPr varScale="1">
        <p:scale>
          <a:sx n="111" d="100"/>
          <a:sy n="111" d="100"/>
        </p:scale>
        <p:origin x="-1530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1833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1833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02AFEF7D-0F5B-46FE-955A-E9DFAFCB90C1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7A509356-DC20-4289-9B8A-92ECC85530AE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5E032C-4CEE-4FFE-8AD2-B18CFD5B7731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 smtClean="0"/>
              <a:t>マスタ サブタイトルの書式設定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D3A431-F0A2-4498-9B99-4E316DD858D8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E901A7-30CC-4244-AC1D-4432D3BFFCB8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85F60D-2276-432A-93AB-23E94F04B369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10A245-9887-4288-A9BE-B8A98211D943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BEDCD0-E185-4EC4-AA40-082972A8A140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ECAC4D-28B7-4772-B0F9-0A7907DC5E08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196975"/>
            <a:ext cx="403860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196975"/>
            <a:ext cx="403860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89A962F-ACFD-4695-9304-106CB12203C2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C234A-A3A4-44F6-A9E2-108939E62A7A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30D961-CD92-47CD-8898-7EFAC029528E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77E917-639C-483B-BB32-1C5372995AEA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43CAC3F-40B7-4528-B482-CE15BB4749F6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F32019-5BB1-42DC-BF77-A4FE45D4194A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EF6821D-A4AB-44FC-830E-A1899477DDC7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FED885-00FC-4496-9747-38E4A6CB360F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0BD9A7-EDB6-4CAE-B7C1-E16333911A59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92095B-1B3A-4C44-B884-3F0FC938F142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782FABC-B5B1-4313-9016-AFE01A263470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404A78-9F6E-4CF8-B217-7BE16E509444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CC52B8F-3663-4897-88A7-A614EF028406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BCC968-20D1-4E97-A7BC-79708718D6CE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6192838"/>
          </a:xfrm>
        </p:spPr>
        <p:txBody>
          <a:bodyPr vert="eaVert"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6192838"/>
          </a:xfrm>
        </p:spPr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4A9E36-8EA1-4C07-9DC4-76E232F66690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2D0640-34DB-4649-B51C-865C7FE249DE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60350"/>
            <a:ext cx="8229600" cy="86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96975"/>
            <a:ext cx="8229600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246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D3BBCD6A-E7DD-44D8-A45D-D5A2D3D8CA2E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24625"/>
            <a:ext cx="2895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246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2"/>
                </a:solidFill>
              </a:defRPr>
            </a:lvl1pPr>
          </a:lstStyle>
          <a:p>
            <a:fld id="{E72133AB-CA0D-4CCD-8A69-49BCD064CB69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2pPr>
      <a:lvl3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3pPr>
      <a:lvl4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4pPr>
      <a:lvl5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 smtClean="0"/>
              <a:t>モデラーでの親子関係の設定</a:t>
            </a:r>
            <a:endParaRPr lang="ja-JP" altLang="en-US" dirty="0"/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メディアデザイン演習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モデラーで </a:t>
            </a:r>
            <a:r>
              <a:rPr kumimoji="1" lang="en-US" altLang="ja-JP" dirty="0" smtClean="0"/>
              <a:t>robot.lwo </a:t>
            </a:r>
            <a:r>
              <a:rPr kumimoji="1" lang="ja-JP" altLang="en-US" dirty="0" smtClean="0"/>
              <a:t>を開く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</a:t>
            </a:fld>
            <a:endParaRPr lang="en-US" altLang="ja-JP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746861" y="3099707"/>
            <a:ext cx="100811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 smtClean="0">
                <a:solidFill>
                  <a:schemeClr val="accent3"/>
                </a:solidFill>
              </a:rPr>
              <a:t>上面図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2746861" y="5448280"/>
            <a:ext cx="100811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 smtClean="0">
                <a:solidFill>
                  <a:schemeClr val="accent3"/>
                </a:solidFill>
              </a:rPr>
              <a:t>背面図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6100794" y="5448280"/>
            <a:ext cx="100811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 smtClean="0">
                <a:solidFill>
                  <a:schemeClr val="accent3"/>
                </a:solidFill>
              </a:rPr>
              <a:t>右面図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6100794" y="3099707"/>
            <a:ext cx="100811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 smtClean="0">
                <a:solidFill>
                  <a:schemeClr val="accent3"/>
                </a:solidFill>
              </a:rPr>
              <a:t>透視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図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Layer 1</a:t>
            </a:r>
            <a:r>
              <a:rPr lang="ja-JP" altLang="en-US" dirty="0" smtClean="0"/>
              <a:t>（</a:t>
            </a:r>
            <a:r>
              <a:rPr kumimoji="1" lang="ja-JP" altLang="en-US" dirty="0" smtClean="0"/>
              <a:t>胴体）のレイヤー設定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3</a:t>
            </a:fld>
            <a:endParaRPr lang="en-US" altLang="ja-JP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301314" y="1628800"/>
            <a:ext cx="1633781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「ビュー」のタブ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8" name="直線矢印コネクタ 7"/>
          <p:cNvCxnSpPr/>
          <p:nvPr/>
        </p:nvCxnSpPr>
        <p:spPr>
          <a:xfrm rot="16200000" flipH="1">
            <a:off x="4949559" y="3970526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/>
          <p:cNvCxnSpPr/>
          <p:nvPr/>
        </p:nvCxnSpPr>
        <p:spPr>
          <a:xfrm rot="5400000">
            <a:off x="4935095" y="1412776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5165583" y="4186550"/>
            <a:ext cx="2185214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「親子関係」は（なし）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rot="16200000" flipH="1">
            <a:off x="7183612" y="1451495"/>
            <a:ext cx="288032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 rot="5400000" flipH="1" flipV="1">
            <a:off x="4736975" y="3515340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4880991" y="3227308"/>
            <a:ext cx="1955985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「名称」を設定する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5" name="直線矢印コネクタ 14"/>
          <p:cNvCxnSpPr/>
          <p:nvPr/>
        </p:nvCxnSpPr>
        <p:spPr>
          <a:xfrm>
            <a:off x="6233968" y="3799511"/>
            <a:ext cx="360040" cy="158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6594008" y="3616433"/>
            <a:ext cx="1659429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OK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」をクリック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8" name="直線矢印コネクタ 17"/>
          <p:cNvCxnSpPr/>
          <p:nvPr/>
        </p:nvCxnSpPr>
        <p:spPr>
          <a:xfrm rot="5400000" flipH="1" flipV="1">
            <a:off x="1517184" y="4217938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/>
          <p:cNvSpPr txBox="1"/>
          <p:nvPr/>
        </p:nvSpPr>
        <p:spPr>
          <a:xfrm>
            <a:off x="1547664" y="3585953"/>
            <a:ext cx="1909152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lang="ja-JP" altLang="en-US" dirty="0" smtClean="0">
                <a:solidFill>
                  <a:schemeClr val="accent3"/>
                </a:solidFill>
              </a:rPr>
              <a:t>レイヤー設定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」をクリック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3453245" y="1708463"/>
            <a:ext cx="480019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 smtClean="0">
                <a:solidFill>
                  <a:schemeClr val="accent3"/>
                </a:solidFill>
              </a:rPr>
              <a:t>Layer 1</a:t>
            </a:r>
            <a:r>
              <a:rPr lang="ja-JP" altLang="en-US" dirty="0" smtClean="0">
                <a:solidFill>
                  <a:schemeClr val="accent3"/>
                </a:solidFill>
              </a:rPr>
              <a:t> 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を選ぶ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Layer 2, 4, 6, 8, 10 </a:t>
            </a:r>
            <a:r>
              <a:rPr kumimoji="1" lang="ja-JP" altLang="en-US" dirty="0" smtClean="0"/>
              <a:t>のレイヤー設定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4</a:t>
            </a:fld>
            <a:endParaRPr lang="en-US" altLang="ja-JP"/>
          </a:p>
        </p:txBody>
      </p:sp>
      <p:cxnSp>
        <p:nvCxnSpPr>
          <p:cNvPr id="7" name="直線矢印コネクタ 6"/>
          <p:cNvCxnSpPr/>
          <p:nvPr/>
        </p:nvCxnSpPr>
        <p:spPr>
          <a:xfrm rot="16200000" flipV="1">
            <a:off x="5024964" y="3974763"/>
            <a:ext cx="320818" cy="31234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2286001" y="4321825"/>
            <a:ext cx="3009826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dirty="0" smtClean="0">
                <a:solidFill>
                  <a:schemeClr val="accent3"/>
                </a:solidFill>
              </a:rPr>
              <a:t>「親子関係」は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pPr algn="r"/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1: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胴体」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 rot="5400000">
            <a:off x="7132407" y="1492439"/>
            <a:ext cx="288032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3453245" y="1708463"/>
            <a:ext cx="4800192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 smtClean="0">
                <a:solidFill>
                  <a:schemeClr val="accent3"/>
                </a:solidFill>
              </a:rPr>
              <a:t>Layer 2, 4, 6, 8, 10 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を選ぶ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pPr algn="r"/>
            <a:r>
              <a:rPr lang="ja-JP" altLang="en-US" dirty="0" smtClean="0">
                <a:solidFill>
                  <a:schemeClr val="accent3"/>
                </a:solidFill>
              </a:rPr>
              <a:t>（「</a:t>
            </a:r>
            <a:r>
              <a:rPr lang="en-US" altLang="ja-JP" dirty="0" smtClean="0">
                <a:solidFill>
                  <a:schemeClr val="accent3"/>
                </a:solidFill>
              </a:rPr>
              <a:t>Shift</a:t>
            </a:r>
            <a:r>
              <a:rPr lang="ja-JP" altLang="en-US" dirty="0" smtClean="0">
                <a:solidFill>
                  <a:schemeClr val="accent3"/>
                </a:solidFill>
              </a:rPr>
              <a:t>」を押しながらクリックで複数選択）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>
            <a:off x="6233968" y="3799511"/>
            <a:ext cx="360040" cy="158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6594008" y="3616433"/>
            <a:ext cx="1659429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OK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」をクリック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3" name="直線矢印コネクタ 12"/>
          <p:cNvCxnSpPr/>
          <p:nvPr/>
        </p:nvCxnSpPr>
        <p:spPr>
          <a:xfrm rot="5400000">
            <a:off x="7308911" y="1492439"/>
            <a:ext cx="288032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/>
          <p:cNvCxnSpPr/>
          <p:nvPr/>
        </p:nvCxnSpPr>
        <p:spPr>
          <a:xfrm rot="5400000">
            <a:off x="7485415" y="1492439"/>
            <a:ext cx="288032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/>
          <p:cNvCxnSpPr/>
          <p:nvPr/>
        </p:nvCxnSpPr>
        <p:spPr>
          <a:xfrm rot="5400000">
            <a:off x="7661919" y="1492439"/>
            <a:ext cx="288032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/>
          <p:cNvSpPr txBox="1"/>
          <p:nvPr/>
        </p:nvSpPr>
        <p:spPr>
          <a:xfrm>
            <a:off x="1536703" y="5773003"/>
            <a:ext cx="6827510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（レイヤーを一つ一つ指定して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, 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それぞれに名称を付けても構わない）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9" name="直線矢印コネクタ 18"/>
          <p:cNvCxnSpPr/>
          <p:nvPr/>
        </p:nvCxnSpPr>
        <p:spPr>
          <a:xfrm rot="5400000" flipH="1" flipV="1">
            <a:off x="4736975" y="3556284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/>
          <p:cNvSpPr txBox="1"/>
          <p:nvPr/>
        </p:nvSpPr>
        <p:spPr>
          <a:xfrm>
            <a:off x="4880991" y="3268252"/>
            <a:ext cx="2852063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「名称」は空欄でも構わない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23" name="直線矢印コネクタ 22"/>
          <p:cNvCxnSpPr/>
          <p:nvPr/>
        </p:nvCxnSpPr>
        <p:spPr>
          <a:xfrm rot="5400000" flipH="1" flipV="1">
            <a:off x="1517184" y="4217938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/>
          <p:cNvSpPr txBox="1"/>
          <p:nvPr/>
        </p:nvSpPr>
        <p:spPr>
          <a:xfrm>
            <a:off x="1547664" y="3585953"/>
            <a:ext cx="1909152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lang="ja-JP" altLang="en-US" dirty="0" smtClean="0">
                <a:solidFill>
                  <a:schemeClr val="accent3"/>
                </a:solidFill>
              </a:rPr>
              <a:t>レイヤー設定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」をクリック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26" name="直線矢印コネクタ 25"/>
          <p:cNvCxnSpPr/>
          <p:nvPr/>
        </p:nvCxnSpPr>
        <p:spPr>
          <a:xfrm rot="5400000">
            <a:off x="7838422" y="1492439"/>
            <a:ext cx="288032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Layer 3 </a:t>
            </a:r>
            <a:r>
              <a:rPr kumimoji="1" lang="ja-JP" altLang="en-US" dirty="0" smtClean="0"/>
              <a:t>のレイヤー設定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5</a:t>
            </a:fld>
            <a:endParaRPr lang="en-US" altLang="ja-JP"/>
          </a:p>
        </p:txBody>
      </p:sp>
      <p:cxnSp>
        <p:nvCxnSpPr>
          <p:cNvPr id="8" name="直線矢印コネクタ 7"/>
          <p:cNvCxnSpPr/>
          <p:nvPr/>
        </p:nvCxnSpPr>
        <p:spPr>
          <a:xfrm rot="16200000" flipV="1">
            <a:off x="5024964" y="3974763"/>
            <a:ext cx="320818" cy="31234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/>
          <p:cNvCxnSpPr/>
          <p:nvPr/>
        </p:nvCxnSpPr>
        <p:spPr>
          <a:xfrm rot="5400000">
            <a:off x="7223847" y="1492439"/>
            <a:ext cx="288032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3453245" y="1708463"/>
            <a:ext cx="480019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 smtClean="0">
                <a:solidFill>
                  <a:schemeClr val="accent3"/>
                </a:solidFill>
              </a:rPr>
              <a:t>Layer 3</a:t>
            </a:r>
            <a:r>
              <a:rPr lang="ja-JP" altLang="en-US" dirty="0" smtClean="0">
                <a:solidFill>
                  <a:schemeClr val="accent3"/>
                </a:solidFill>
              </a:rPr>
              <a:t> 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を選ぶ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2" name="直線矢印コネクタ 11"/>
          <p:cNvCxnSpPr/>
          <p:nvPr/>
        </p:nvCxnSpPr>
        <p:spPr>
          <a:xfrm>
            <a:off x="6233968" y="3799511"/>
            <a:ext cx="360040" cy="158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6594008" y="3616433"/>
            <a:ext cx="1659429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OK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」をクリック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7" name="直線矢印コネクタ 16"/>
          <p:cNvCxnSpPr/>
          <p:nvPr/>
        </p:nvCxnSpPr>
        <p:spPr>
          <a:xfrm rot="5400000" flipH="1" flipV="1">
            <a:off x="4736975" y="3556284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/>
          <p:cNvSpPr txBox="1"/>
          <p:nvPr/>
        </p:nvSpPr>
        <p:spPr>
          <a:xfrm>
            <a:off x="4880991" y="3268252"/>
            <a:ext cx="2799164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「名称」は適当に付けておく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9" name="直線矢印コネクタ 18"/>
          <p:cNvCxnSpPr/>
          <p:nvPr/>
        </p:nvCxnSpPr>
        <p:spPr>
          <a:xfrm rot="5400000" flipH="1" flipV="1">
            <a:off x="1517184" y="4217938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/>
          <p:cNvSpPr txBox="1"/>
          <p:nvPr/>
        </p:nvSpPr>
        <p:spPr>
          <a:xfrm>
            <a:off x="1547664" y="3585953"/>
            <a:ext cx="1909152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lang="ja-JP" altLang="en-US" dirty="0" smtClean="0">
                <a:solidFill>
                  <a:schemeClr val="accent3"/>
                </a:solidFill>
              </a:rPr>
              <a:t>レイヤー設定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」をクリック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2286001" y="4321825"/>
            <a:ext cx="3009826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dirty="0" smtClean="0">
                <a:solidFill>
                  <a:schemeClr val="accent3"/>
                </a:solidFill>
              </a:rPr>
              <a:t>「親子関係」は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pPr algn="r"/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2: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（名称未設定）」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Layer 5 </a:t>
            </a:r>
            <a:r>
              <a:rPr kumimoji="1" lang="ja-JP" altLang="en-US" dirty="0" smtClean="0"/>
              <a:t>のレイヤー設定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6</a:t>
            </a:fld>
            <a:endParaRPr lang="en-US" altLang="ja-JP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16200000" flipV="1">
            <a:off x="5024964" y="3974763"/>
            <a:ext cx="320818" cy="31234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/>
          <p:cNvCxnSpPr/>
          <p:nvPr/>
        </p:nvCxnSpPr>
        <p:spPr>
          <a:xfrm rot="5400000">
            <a:off x="7406727" y="1492439"/>
            <a:ext cx="288032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3453245" y="1708463"/>
            <a:ext cx="480019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 smtClean="0">
                <a:solidFill>
                  <a:schemeClr val="accent3"/>
                </a:solidFill>
              </a:rPr>
              <a:t>Layer 5</a:t>
            </a:r>
            <a:r>
              <a:rPr lang="ja-JP" altLang="en-US" dirty="0" smtClean="0">
                <a:solidFill>
                  <a:schemeClr val="accent3"/>
                </a:solidFill>
              </a:rPr>
              <a:t> 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を選ぶ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0" name="直線矢印コネクタ 9"/>
          <p:cNvCxnSpPr/>
          <p:nvPr/>
        </p:nvCxnSpPr>
        <p:spPr>
          <a:xfrm>
            <a:off x="6233968" y="3799511"/>
            <a:ext cx="360040" cy="158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6594008" y="3616433"/>
            <a:ext cx="1659429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OK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」をクリック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2" name="直線矢印コネクタ 11"/>
          <p:cNvCxnSpPr/>
          <p:nvPr/>
        </p:nvCxnSpPr>
        <p:spPr>
          <a:xfrm rot="5400000" flipH="1" flipV="1">
            <a:off x="4736975" y="3556284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4880991" y="3268252"/>
            <a:ext cx="2799164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「名称」は適当に付けておく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4" name="直線矢印コネクタ 13"/>
          <p:cNvCxnSpPr/>
          <p:nvPr/>
        </p:nvCxnSpPr>
        <p:spPr>
          <a:xfrm rot="5400000" flipH="1" flipV="1">
            <a:off x="1517184" y="4217938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1547664" y="3585953"/>
            <a:ext cx="1909152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lang="ja-JP" altLang="en-US" dirty="0" smtClean="0">
                <a:solidFill>
                  <a:schemeClr val="accent3"/>
                </a:solidFill>
              </a:rPr>
              <a:t>レイヤー設定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」をクリック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2286001" y="4321825"/>
            <a:ext cx="3009826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dirty="0" smtClean="0">
                <a:solidFill>
                  <a:schemeClr val="accent3"/>
                </a:solidFill>
              </a:rPr>
              <a:t>「親子関係」は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pPr algn="r"/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4: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（名称未設定）」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Layer 7 </a:t>
            </a:r>
            <a:r>
              <a:rPr kumimoji="1" lang="ja-JP" altLang="en-US" dirty="0" smtClean="0"/>
              <a:t>のレイヤー設定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7</a:t>
            </a:fld>
            <a:endParaRPr lang="en-US" altLang="ja-JP"/>
          </a:p>
        </p:txBody>
      </p:sp>
      <p:cxnSp>
        <p:nvCxnSpPr>
          <p:cNvPr id="7" name="直線矢印コネクタ 6"/>
          <p:cNvCxnSpPr/>
          <p:nvPr/>
        </p:nvCxnSpPr>
        <p:spPr>
          <a:xfrm rot="16200000" flipV="1">
            <a:off x="5024964" y="3974763"/>
            <a:ext cx="320818" cy="31234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/>
          <p:cNvCxnSpPr/>
          <p:nvPr/>
        </p:nvCxnSpPr>
        <p:spPr>
          <a:xfrm rot="5400000">
            <a:off x="7589607" y="1492439"/>
            <a:ext cx="288032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3453245" y="1708463"/>
            <a:ext cx="480019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 smtClean="0">
                <a:solidFill>
                  <a:schemeClr val="accent3"/>
                </a:solidFill>
              </a:rPr>
              <a:t>Layer 7</a:t>
            </a:r>
            <a:r>
              <a:rPr lang="ja-JP" altLang="en-US" dirty="0" smtClean="0">
                <a:solidFill>
                  <a:schemeClr val="accent3"/>
                </a:solidFill>
              </a:rPr>
              <a:t> 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を選ぶ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0" name="直線矢印コネクタ 9"/>
          <p:cNvCxnSpPr/>
          <p:nvPr/>
        </p:nvCxnSpPr>
        <p:spPr>
          <a:xfrm>
            <a:off x="6233968" y="3799511"/>
            <a:ext cx="360040" cy="158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6594008" y="3616433"/>
            <a:ext cx="1659429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OK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」をクリック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2" name="直線矢印コネクタ 11"/>
          <p:cNvCxnSpPr/>
          <p:nvPr/>
        </p:nvCxnSpPr>
        <p:spPr>
          <a:xfrm rot="5400000" flipH="1" flipV="1">
            <a:off x="4736975" y="3556284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4880991" y="3268252"/>
            <a:ext cx="2799164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「名称」は適当に付けておく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4" name="直線矢印コネクタ 13"/>
          <p:cNvCxnSpPr/>
          <p:nvPr/>
        </p:nvCxnSpPr>
        <p:spPr>
          <a:xfrm rot="5400000" flipH="1" flipV="1">
            <a:off x="1517184" y="4217938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1547664" y="3585953"/>
            <a:ext cx="1909152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lang="ja-JP" altLang="en-US" dirty="0" smtClean="0">
                <a:solidFill>
                  <a:schemeClr val="accent3"/>
                </a:solidFill>
              </a:rPr>
              <a:t>レイヤー設定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」をクリック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2286001" y="4321825"/>
            <a:ext cx="3009826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dirty="0" smtClean="0">
                <a:solidFill>
                  <a:schemeClr val="accent3"/>
                </a:solidFill>
              </a:rPr>
              <a:t>「親子関係」は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pPr algn="r"/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6: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（名称未設定）」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Layer 9 </a:t>
            </a:r>
            <a:r>
              <a:rPr kumimoji="1" lang="ja-JP" altLang="en-US" dirty="0" smtClean="0"/>
              <a:t>のレイヤー設定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8</a:t>
            </a:fld>
            <a:endParaRPr lang="en-US" altLang="ja-JP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16200000" flipV="1">
            <a:off x="5024964" y="3974763"/>
            <a:ext cx="320818" cy="31234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/>
          <p:cNvCxnSpPr/>
          <p:nvPr/>
        </p:nvCxnSpPr>
        <p:spPr>
          <a:xfrm rot="5400000">
            <a:off x="7757247" y="1492439"/>
            <a:ext cx="288032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3453245" y="1708463"/>
            <a:ext cx="480019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 smtClean="0">
                <a:solidFill>
                  <a:schemeClr val="accent3"/>
                </a:solidFill>
              </a:rPr>
              <a:t>Layer 9</a:t>
            </a:r>
            <a:r>
              <a:rPr lang="ja-JP" altLang="en-US" dirty="0" smtClean="0">
                <a:solidFill>
                  <a:schemeClr val="accent3"/>
                </a:solidFill>
              </a:rPr>
              <a:t> 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を選ぶ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0" name="直線矢印コネクタ 9"/>
          <p:cNvCxnSpPr/>
          <p:nvPr/>
        </p:nvCxnSpPr>
        <p:spPr>
          <a:xfrm>
            <a:off x="6233968" y="3799511"/>
            <a:ext cx="360040" cy="158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6594008" y="3616433"/>
            <a:ext cx="1659429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OK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」をクリック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2" name="直線矢印コネクタ 11"/>
          <p:cNvCxnSpPr/>
          <p:nvPr/>
        </p:nvCxnSpPr>
        <p:spPr>
          <a:xfrm rot="5400000" flipH="1" flipV="1">
            <a:off x="4736975" y="3556284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4880991" y="3268252"/>
            <a:ext cx="2799164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「名称」は適当に付けておく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4" name="直線矢印コネクタ 13"/>
          <p:cNvCxnSpPr/>
          <p:nvPr/>
        </p:nvCxnSpPr>
        <p:spPr>
          <a:xfrm rot="5400000" flipH="1" flipV="1">
            <a:off x="1517184" y="4217938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1547664" y="3585953"/>
            <a:ext cx="1909152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lang="ja-JP" altLang="en-US" dirty="0" smtClean="0">
                <a:solidFill>
                  <a:schemeClr val="accent3"/>
                </a:solidFill>
              </a:rPr>
              <a:t>レイヤー設定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」をクリック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2286001" y="4321825"/>
            <a:ext cx="3009826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dirty="0" smtClean="0">
                <a:solidFill>
                  <a:schemeClr val="accent3"/>
                </a:solidFill>
              </a:rPr>
              <a:t>「親子関係」は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pPr algn="r"/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8: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（名称未設定）」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Layer 2 </a:t>
            </a:r>
            <a:r>
              <a:rPr kumimoji="1" lang="ja-JP" altLang="en-US" dirty="0" smtClean="0"/>
              <a:t>の</a:t>
            </a:r>
            <a:r>
              <a:rPr kumimoji="1" lang="ja-JP" altLang="en-US" dirty="0" smtClean="0"/>
              <a:t>中心点を移動する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9</a:t>
            </a:fld>
            <a:endParaRPr lang="en-US" altLang="ja-JP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テキスト ボックス 7"/>
          <p:cNvSpPr txBox="1"/>
          <p:nvPr/>
        </p:nvSpPr>
        <p:spPr>
          <a:xfrm>
            <a:off x="3453245" y="1708463"/>
            <a:ext cx="480019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 smtClean="0">
                <a:solidFill>
                  <a:schemeClr val="accent3"/>
                </a:solidFill>
              </a:rPr>
              <a:t>Layer 2</a:t>
            </a:r>
            <a:r>
              <a:rPr lang="ja-JP" altLang="en-US" dirty="0" smtClean="0">
                <a:solidFill>
                  <a:schemeClr val="accent3"/>
                </a:solidFill>
              </a:rPr>
              <a:t> 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を選ぶ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 rot="5400000">
            <a:off x="7132407" y="1492439"/>
            <a:ext cx="288032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/>
          <p:cNvCxnSpPr/>
          <p:nvPr/>
        </p:nvCxnSpPr>
        <p:spPr>
          <a:xfrm rot="5400000" flipH="1" flipV="1">
            <a:off x="1517184" y="3646913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1547664" y="3277581"/>
            <a:ext cx="190915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「中心点」を選ぶ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2" name="直線矢印コネクタ 11"/>
          <p:cNvCxnSpPr/>
          <p:nvPr/>
        </p:nvCxnSpPr>
        <p:spPr>
          <a:xfrm>
            <a:off x="3337560" y="2727960"/>
            <a:ext cx="1036320" cy="979913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3230880" y="3707873"/>
            <a:ext cx="3429000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「中心点」を関節位置に移動する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7" name="直線矢印コネクタ 16"/>
          <p:cNvCxnSpPr/>
          <p:nvPr/>
        </p:nvCxnSpPr>
        <p:spPr>
          <a:xfrm flipV="1">
            <a:off x="3337560" y="4077205"/>
            <a:ext cx="1036320" cy="641062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/>
          <p:cNvCxnSpPr/>
          <p:nvPr/>
        </p:nvCxnSpPr>
        <p:spPr>
          <a:xfrm flipH="1" flipV="1">
            <a:off x="5547360" y="4077205"/>
            <a:ext cx="1036320" cy="641062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Layer 3 </a:t>
            </a:r>
            <a:r>
              <a:rPr lang="ja-JP" altLang="en-US" dirty="0" smtClean="0"/>
              <a:t>の</a:t>
            </a:r>
            <a:r>
              <a:rPr lang="ja-JP" altLang="en-US" dirty="0" smtClean="0"/>
              <a:t>中心点</a:t>
            </a:r>
            <a:r>
              <a:rPr lang="ja-JP" altLang="en-US" dirty="0" smtClean="0"/>
              <a:t>を移動する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10</a:t>
            </a:fld>
            <a:endParaRPr lang="en-US" altLang="ja-JP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直線矢印コネクタ 8"/>
          <p:cNvCxnSpPr/>
          <p:nvPr/>
        </p:nvCxnSpPr>
        <p:spPr>
          <a:xfrm>
            <a:off x="3337560" y="2727960"/>
            <a:ext cx="1036320" cy="979913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3230880" y="3707873"/>
            <a:ext cx="3429000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「中心点」を関節位置に移動する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flipV="1">
            <a:off x="3337563" y="4077207"/>
            <a:ext cx="1036317" cy="814833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 rot="10800000">
            <a:off x="5547360" y="4077206"/>
            <a:ext cx="1036320" cy="81483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 rot="5400000">
            <a:off x="7223847" y="1492439"/>
            <a:ext cx="288032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3453245" y="1708463"/>
            <a:ext cx="480019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 smtClean="0">
                <a:solidFill>
                  <a:schemeClr val="accent3"/>
                </a:solidFill>
              </a:rPr>
              <a:t>Layer 3</a:t>
            </a:r>
            <a:r>
              <a:rPr lang="ja-JP" altLang="en-US" dirty="0" smtClean="0">
                <a:solidFill>
                  <a:schemeClr val="accent3"/>
                </a:solidFill>
              </a:rPr>
              <a:t> 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を選ぶ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Layer 4 </a:t>
            </a:r>
            <a:r>
              <a:rPr lang="ja-JP" altLang="en-US" dirty="0" smtClean="0"/>
              <a:t>の</a:t>
            </a:r>
            <a:r>
              <a:rPr lang="ja-JP" altLang="en-US" dirty="0" smtClean="0"/>
              <a:t>中心点</a:t>
            </a:r>
            <a:r>
              <a:rPr lang="ja-JP" altLang="en-US" dirty="0" smtClean="0"/>
              <a:t>を移動する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11</a:t>
            </a:fld>
            <a:endParaRPr lang="en-US" altLang="ja-JP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テキスト ボックス 6"/>
          <p:cNvSpPr txBox="1"/>
          <p:nvPr/>
        </p:nvSpPr>
        <p:spPr>
          <a:xfrm>
            <a:off x="3453245" y="1708463"/>
            <a:ext cx="480019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 smtClean="0">
                <a:solidFill>
                  <a:schemeClr val="accent3"/>
                </a:solidFill>
              </a:rPr>
              <a:t>Layer 4</a:t>
            </a:r>
            <a:r>
              <a:rPr lang="ja-JP" altLang="en-US" dirty="0" smtClean="0">
                <a:solidFill>
                  <a:schemeClr val="accent3"/>
                </a:solidFill>
              </a:rPr>
              <a:t> 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を選ぶ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>
            <a:off x="3200400" y="2727960"/>
            <a:ext cx="1036320" cy="979913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3230880" y="3707873"/>
            <a:ext cx="3429000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「中心点」を関節位置に移動する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flipV="1">
            <a:off x="3200400" y="4077205"/>
            <a:ext cx="1036320" cy="641062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 flipH="1" flipV="1">
            <a:off x="5547360" y="4077205"/>
            <a:ext cx="1036320" cy="641062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 rot="5400000">
            <a:off x="7308911" y="1492439"/>
            <a:ext cx="288032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Layer 5 </a:t>
            </a:r>
            <a:r>
              <a:rPr lang="ja-JP" altLang="en-US" dirty="0" smtClean="0"/>
              <a:t>の</a:t>
            </a:r>
            <a:r>
              <a:rPr lang="ja-JP" altLang="en-US" dirty="0" smtClean="0"/>
              <a:t>中心点</a:t>
            </a:r>
            <a:r>
              <a:rPr lang="ja-JP" altLang="en-US" dirty="0" smtClean="0"/>
              <a:t>を移動する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12</a:t>
            </a:fld>
            <a:endParaRPr lang="en-US" altLang="ja-JP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直線矢印コネクタ 8"/>
          <p:cNvCxnSpPr/>
          <p:nvPr/>
        </p:nvCxnSpPr>
        <p:spPr>
          <a:xfrm>
            <a:off x="3200400" y="2727960"/>
            <a:ext cx="1036320" cy="979913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3230880" y="3707873"/>
            <a:ext cx="3429000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「中心点」を関節位置に移動する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flipV="1">
            <a:off x="3200402" y="4077206"/>
            <a:ext cx="1036319" cy="79959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 rot="10800000">
            <a:off x="5547361" y="4077206"/>
            <a:ext cx="1036320" cy="79959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 rot="5400000">
            <a:off x="7406727" y="1492439"/>
            <a:ext cx="288032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3453245" y="1708463"/>
            <a:ext cx="480019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 smtClean="0">
                <a:solidFill>
                  <a:schemeClr val="accent3"/>
                </a:solidFill>
              </a:rPr>
              <a:t>Layer 5</a:t>
            </a:r>
            <a:r>
              <a:rPr lang="ja-JP" altLang="en-US" dirty="0" smtClean="0">
                <a:solidFill>
                  <a:schemeClr val="accent3"/>
                </a:solidFill>
              </a:rPr>
              <a:t> 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を選ぶ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Layer 6 </a:t>
            </a:r>
            <a:r>
              <a:rPr lang="ja-JP" altLang="en-US" dirty="0" smtClean="0"/>
              <a:t>の</a:t>
            </a:r>
            <a:r>
              <a:rPr lang="ja-JP" altLang="en-US" dirty="0" smtClean="0"/>
              <a:t>中心点</a:t>
            </a:r>
            <a:r>
              <a:rPr lang="ja-JP" altLang="en-US" dirty="0" smtClean="0"/>
              <a:t>を移動する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13</a:t>
            </a:fld>
            <a:endParaRPr lang="en-US" altLang="ja-JP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テキスト ボックス 6"/>
          <p:cNvSpPr txBox="1"/>
          <p:nvPr/>
        </p:nvSpPr>
        <p:spPr>
          <a:xfrm>
            <a:off x="3453245" y="1708463"/>
            <a:ext cx="480019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 smtClean="0">
                <a:solidFill>
                  <a:schemeClr val="accent3"/>
                </a:solidFill>
              </a:rPr>
              <a:t>Layer 6</a:t>
            </a:r>
            <a:r>
              <a:rPr lang="ja-JP" altLang="en-US" dirty="0" smtClean="0">
                <a:solidFill>
                  <a:schemeClr val="accent3"/>
                </a:solidFill>
              </a:rPr>
              <a:t> 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を選ぶ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>
            <a:off x="3429000" y="2727960"/>
            <a:ext cx="1036320" cy="979913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3230880" y="3707873"/>
            <a:ext cx="3429000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「中心点」を関節位置に移動する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flipV="1">
            <a:off x="3429000" y="4077205"/>
            <a:ext cx="1036320" cy="40335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 rot="10800000">
            <a:off x="5547360" y="4077206"/>
            <a:ext cx="1036320" cy="40335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 rot="5400000">
            <a:off x="7485415" y="1492439"/>
            <a:ext cx="288032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Layer 7 </a:t>
            </a:r>
            <a:r>
              <a:rPr lang="ja-JP" altLang="en-US" dirty="0" smtClean="0"/>
              <a:t>の</a:t>
            </a:r>
            <a:r>
              <a:rPr lang="ja-JP" altLang="en-US" dirty="0" smtClean="0"/>
              <a:t>中心点</a:t>
            </a:r>
            <a:r>
              <a:rPr lang="ja-JP" altLang="en-US" dirty="0" smtClean="0"/>
              <a:t>を移動する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14</a:t>
            </a:fld>
            <a:endParaRPr lang="en-US" altLang="ja-JP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直線矢印コネクタ 8"/>
          <p:cNvCxnSpPr/>
          <p:nvPr/>
        </p:nvCxnSpPr>
        <p:spPr>
          <a:xfrm>
            <a:off x="3566160" y="2727960"/>
            <a:ext cx="1036320" cy="979913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3230880" y="3707873"/>
            <a:ext cx="3429000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「中心点」を関節位置に移動する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flipV="1">
            <a:off x="3566160" y="4077205"/>
            <a:ext cx="1036320" cy="40335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 rot="10800000">
            <a:off x="5547360" y="4077206"/>
            <a:ext cx="1112520" cy="40335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 rot="5400000">
            <a:off x="7589607" y="1492439"/>
            <a:ext cx="288032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3453245" y="1708463"/>
            <a:ext cx="480019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 smtClean="0">
                <a:solidFill>
                  <a:schemeClr val="accent3"/>
                </a:solidFill>
              </a:rPr>
              <a:t>Layer 7</a:t>
            </a:r>
            <a:r>
              <a:rPr lang="ja-JP" altLang="en-US" dirty="0" smtClean="0">
                <a:solidFill>
                  <a:schemeClr val="accent3"/>
                </a:solidFill>
              </a:rPr>
              <a:t> 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を選ぶ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Layer 8 </a:t>
            </a:r>
            <a:r>
              <a:rPr lang="ja-JP" altLang="en-US" dirty="0" smtClean="0"/>
              <a:t>の</a:t>
            </a:r>
            <a:r>
              <a:rPr lang="ja-JP" altLang="en-US" dirty="0" smtClean="0"/>
              <a:t>中心点</a:t>
            </a:r>
            <a:r>
              <a:rPr lang="ja-JP" altLang="en-US" dirty="0" smtClean="0"/>
              <a:t>を移動する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15</a:t>
            </a:fld>
            <a:endParaRPr lang="en-US" altLang="ja-JP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テキスト ボックス 6"/>
          <p:cNvSpPr txBox="1"/>
          <p:nvPr/>
        </p:nvSpPr>
        <p:spPr>
          <a:xfrm>
            <a:off x="3453245" y="1708463"/>
            <a:ext cx="480019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 smtClean="0">
                <a:solidFill>
                  <a:schemeClr val="accent3"/>
                </a:solidFill>
              </a:rPr>
              <a:t>Layer 8</a:t>
            </a:r>
            <a:r>
              <a:rPr lang="ja-JP" altLang="en-US" dirty="0" smtClean="0">
                <a:solidFill>
                  <a:schemeClr val="accent3"/>
                </a:solidFill>
              </a:rPr>
              <a:t> 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を選ぶ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>
            <a:off x="3078480" y="2727960"/>
            <a:ext cx="1036320" cy="979913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3230880" y="3707873"/>
            <a:ext cx="3429000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「中心点」を関節位置に移動する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flipV="1">
            <a:off x="3078480" y="4077205"/>
            <a:ext cx="1036320" cy="40335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 rot="10800000">
            <a:off x="5547360" y="4077206"/>
            <a:ext cx="1036320" cy="40335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 rot="5400000">
            <a:off x="7661919" y="1492439"/>
            <a:ext cx="288032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Layer 9 </a:t>
            </a:r>
            <a:r>
              <a:rPr lang="ja-JP" altLang="en-US" dirty="0" smtClean="0"/>
              <a:t>の</a:t>
            </a:r>
            <a:r>
              <a:rPr lang="ja-JP" altLang="en-US" dirty="0" smtClean="0"/>
              <a:t>中心点</a:t>
            </a:r>
            <a:r>
              <a:rPr lang="ja-JP" altLang="en-US" dirty="0" smtClean="0"/>
              <a:t>を移動する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16</a:t>
            </a:fld>
            <a:endParaRPr lang="en-US" altLang="ja-JP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直線矢印コネクタ 8"/>
          <p:cNvCxnSpPr/>
          <p:nvPr/>
        </p:nvCxnSpPr>
        <p:spPr>
          <a:xfrm>
            <a:off x="2965565" y="2727960"/>
            <a:ext cx="1036320" cy="979913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3230880" y="3707873"/>
            <a:ext cx="3429000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「中心点」を関節位置に移動する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flipV="1">
            <a:off x="2965565" y="4077205"/>
            <a:ext cx="1036320" cy="38811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 rot="10800000">
            <a:off x="5547360" y="4077206"/>
            <a:ext cx="1036320" cy="38811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 rot="5400000">
            <a:off x="7757247" y="1492439"/>
            <a:ext cx="288032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3453245" y="1708463"/>
            <a:ext cx="480019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 smtClean="0">
                <a:solidFill>
                  <a:schemeClr val="accent3"/>
                </a:solidFill>
              </a:rPr>
              <a:t>Layer 9</a:t>
            </a:r>
            <a:r>
              <a:rPr lang="ja-JP" altLang="en-US" dirty="0" smtClean="0">
                <a:solidFill>
                  <a:schemeClr val="accent3"/>
                </a:solidFill>
              </a:rPr>
              <a:t> 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を選ぶ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Layer 10 </a:t>
            </a:r>
            <a:r>
              <a:rPr lang="ja-JP" altLang="en-US" dirty="0" smtClean="0"/>
              <a:t>の</a:t>
            </a:r>
            <a:r>
              <a:rPr lang="ja-JP" altLang="en-US" dirty="0" smtClean="0"/>
              <a:t>中心点</a:t>
            </a:r>
            <a:r>
              <a:rPr lang="ja-JP" altLang="en-US" dirty="0" smtClean="0"/>
              <a:t>を移動する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17</a:t>
            </a:fld>
            <a:endParaRPr lang="en-US" altLang="ja-JP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テキスト ボックス 6"/>
          <p:cNvSpPr txBox="1"/>
          <p:nvPr/>
        </p:nvSpPr>
        <p:spPr>
          <a:xfrm>
            <a:off x="3453245" y="1708463"/>
            <a:ext cx="480019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 smtClean="0">
                <a:solidFill>
                  <a:schemeClr val="accent3"/>
                </a:solidFill>
              </a:rPr>
              <a:t>Layer 10</a:t>
            </a:r>
            <a:r>
              <a:rPr lang="ja-JP" altLang="en-US" dirty="0" smtClean="0">
                <a:solidFill>
                  <a:schemeClr val="accent3"/>
                </a:solidFill>
              </a:rPr>
              <a:t> 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を選ぶ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>
            <a:off x="3261360" y="2727960"/>
            <a:ext cx="1036320" cy="979913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3230880" y="3707873"/>
            <a:ext cx="3429000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「中心点」を関節位置に移動する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flipV="1">
            <a:off x="3261360" y="4077205"/>
            <a:ext cx="1036320" cy="31191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 rot="10800000">
            <a:off x="5547360" y="4077206"/>
            <a:ext cx="1036320" cy="31191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 rot="5400000">
            <a:off x="7838422" y="1492439"/>
            <a:ext cx="288032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オブジェクトを保存する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18</a:t>
            </a:fld>
            <a:endParaRPr lang="en-US" altLang="ja-JP"/>
          </a:p>
        </p:txBody>
      </p:sp>
      <p:cxnSp>
        <p:nvCxnSpPr>
          <p:cNvPr id="6" name="直線矢印コネクタ 5"/>
          <p:cNvCxnSpPr/>
          <p:nvPr/>
        </p:nvCxnSpPr>
        <p:spPr>
          <a:xfrm rot="16200000" flipV="1">
            <a:off x="1238462" y="1712288"/>
            <a:ext cx="776057" cy="22174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/>
          <p:cNvSpPr txBox="1"/>
          <p:nvPr/>
        </p:nvSpPr>
        <p:spPr>
          <a:xfrm>
            <a:off x="3509426" y="2038405"/>
            <a:ext cx="2387067" cy="923330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「ファイル」メニューから「保存」を選ぶか「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s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」をタイプ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798322" y="5654040"/>
            <a:ext cx="6309357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 smtClean="0">
                <a:solidFill>
                  <a:schemeClr val="accent3"/>
                </a:solidFill>
              </a:rPr>
              <a:t>（上書き保存するので保存のダイアログは出ない）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mde">
      <a:dk1>
        <a:srgbClr val="393939"/>
      </a:dk1>
      <a:lt1>
        <a:srgbClr val="FFFFFF"/>
      </a:lt1>
      <a:dk2>
        <a:srgbClr val="5F5F5F"/>
      </a:dk2>
      <a:lt2>
        <a:srgbClr val="FFCC00"/>
      </a:lt2>
      <a:accent1>
        <a:srgbClr val="4D4D4D"/>
      </a:accent1>
      <a:accent2>
        <a:srgbClr val="FF3300"/>
      </a:accent2>
      <a:accent3>
        <a:srgbClr val="EE8D0C"/>
      </a:accent3>
      <a:accent4>
        <a:srgbClr val="DADADA"/>
      </a:accent4>
      <a:accent5>
        <a:srgbClr val="B2B2B2"/>
      </a:accent5>
      <a:accent6>
        <a:srgbClr val="E72D00"/>
      </a:accent6>
      <a:hlink>
        <a:srgbClr val="FF6600"/>
      </a:hlink>
      <a:folHlink>
        <a:srgbClr val="D456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3">
        <a:dk1>
          <a:srgbClr val="0033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2A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14">
        <a:dk1>
          <a:srgbClr val="003300"/>
        </a:dk1>
        <a:lt1>
          <a:srgbClr val="FFFFFF"/>
        </a:lt1>
        <a:dk2>
          <a:srgbClr val="0033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2A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15">
        <a:dk1>
          <a:srgbClr val="1C1C1C"/>
        </a:dk1>
        <a:lt1>
          <a:srgbClr val="FFCC00"/>
        </a:lt1>
        <a:dk2>
          <a:srgbClr val="4D4D4D"/>
        </a:dk2>
        <a:lt2>
          <a:srgbClr val="FFFFFF"/>
        </a:lt2>
        <a:accent1>
          <a:srgbClr val="777777"/>
        </a:accent1>
        <a:accent2>
          <a:srgbClr val="FF3300"/>
        </a:accent2>
        <a:accent3>
          <a:srgbClr val="B2B2B2"/>
        </a:accent3>
        <a:accent4>
          <a:srgbClr val="DAAE00"/>
        </a:accent4>
        <a:accent5>
          <a:srgbClr val="BDBDBD"/>
        </a:accent5>
        <a:accent6>
          <a:srgbClr val="E72D00"/>
        </a:accent6>
        <a:hlink>
          <a:srgbClr val="FF6600"/>
        </a:hlink>
        <a:folHlink>
          <a:srgbClr val="D45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6">
        <a:dk1>
          <a:srgbClr val="1C1C1C"/>
        </a:dk1>
        <a:lt1>
          <a:srgbClr val="FFCC00"/>
        </a:lt1>
        <a:dk2>
          <a:srgbClr val="4D4D4D"/>
        </a:dk2>
        <a:lt2>
          <a:srgbClr val="FFFFFF"/>
        </a:lt2>
        <a:accent1>
          <a:srgbClr val="4D4D4D"/>
        </a:accent1>
        <a:accent2>
          <a:srgbClr val="FF3300"/>
        </a:accent2>
        <a:accent3>
          <a:srgbClr val="B2B2B2"/>
        </a:accent3>
        <a:accent4>
          <a:srgbClr val="DAAE00"/>
        </a:accent4>
        <a:accent5>
          <a:srgbClr val="B2B2B2"/>
        </a:accent5>
        <a:accent6>
          <a:srgbClr val="E72D00"/>
        </a:accent6>
        <a:hlink>
          <a:srgbClr val="FF6600"/>
        </a:hlink>
        <a:folHlink>
          <a:srgbClr val="D45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1537</TotalTime>
  <Words>554</Words>
  <Application>Microsoft Office PowerPoint</Application>
  <PresentationFormat>画面に合わせる (4:3)</PresentationFormat>
  <Paragraphs>117</Paragraphs>
  <Slides>18</Slides>
  <Notes>1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19" baseType="lpstr">
      <vt:lpstr>標準デザイン</vt:lpstr>
      <vt:lpstr>モデラーでの親子関係の設定</vt:lpstr>
      <vt:lpstr>モデラーで robot.lwo を開く</vt:lpstr>
      <vt:lpstr>Layer 1（胴体）のレイヤー設定</vt:lpstr>
      <vt:lpstr>Layer 2, 4, 6, 8, 10 のレイヤー設定</vt:lpstr>
      <vt:lpstr>Layer 3 のレイヤー設定</vt:lpstr>
      <vt:lpstr>Layer 5 のレイヤー設定</vt:lpstr>
      <vt:lpstr>Layer 7 のレイヤー設定</vt:lpstr>
      <vt:lpstr>Layer 9 のレイヤー設定</vt:lpstr>
      <vt:lpstr>Layer 2 の中心点を移動する</vt:lpstr>
      <vt:lpstr>Layer 3 の中心点を移動する</vt:lpstr>
      <vt:lpstr>Layer 4 の中心点を移動する</vt:lpstr>
      <vt:lpstr>Layer 5 の中心点を移動する</vt:lpstr>
      <vt:lpstr>Layer 6 の中心点を移動する</vt:lpstr>
      <vt:lpstr>Layer 7 の中心点を移動する</vt:lpstr>
      <vt:lpstr>Layer 8 の中心点を移動する</vt:lpstr>
      <vt:lpstr>Layer 9 の中心点を移動する</vt:lpstr>
      <vt:lpstr>Layer 10 の中心点を移動する</vt:lpstr>
      <vt:lpstr>オブジェクトを保存する</vt:lpstr>
    </vt:vector>
  </TitlesOfParts>
  <Company>和歌山大学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モデリング</dc:title>
  <dc:creator>床井浩平</dc:creator>
  <cp:lastModifiedBy>Kohe Tokoi</cp:lastModifiedBy>
  <cp:revision>254</cp:revision>
  <dcterms:created xsi:type="dcterms:W3CDTF">2003-10-06T09:37:19Z</dcterms:created>
  <dcterms:modified xsi:type="dcterms:W3CDTF">2010-09-24T05:50:42Z</dcterms:modified>
</cp:coreProperties>
</file>