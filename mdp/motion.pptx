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372" r:id="rId2"/>
    <p:sldId id="373" r:id="rId3"/>
    <p:sldId id="393" r:id="rId4"/>
    <p:sldId id="374" r:id="rId5"/>
    <p:sldId id="375" r:id="rId6"/>
    <p:sldId id="376" r:id="rId7"/>
    <p:sldId id="377" r:id="rId8"/>
    <p:sldId id="378" r:id="rId9"/>
    <p:sldId id="379" r:id="rId10"/>
    <p:sldId id="380" r:id="rId11"/>
    <p:sldId id="381" r:id="rId12"/>
    <p:sldId id="382" r:id="rId13"/>
    <p:sldId id="383" r:id="rId14"/>
    <p:sldId id="384" r:id="rId15"/>
    <p:sldId id="385" r:id="rId16"/>
    <p:sldId id="386" r:id="rId17"/>
    <p:sldId id="387" r:id="rId18"/>
    <p:sldId id="388" r:id="rId19"/>
    <p:sldId id="389" r:id="rId20"/>
    <p:sldId id="390" r:id="rId21"/>
    <p:sldId id="392" r:id="rId22"/>
    <p:sldId id="394" r:id="rId23"/>
    <p:sldId id="395" r:id="rId24"/>
    <p:sldId id="396" r:id="rId25"/>
  </p:sldIdLst>
  <p:sldSz cx="9144000" cy="6858000" type="screen4x3"/>
  <p:notesSz cx="7099300" cy="10234613"/>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1" autoAdjust="0"/>
    <p:restoredTop sz="86400" autoAdjust="0"/>
  </p:normalViewPr>
  <p:slideViewPr>
    <p:cSldViewPr snapToGrid="0" snapToObjects="1">
      <p:cViewPr varScale="1">
        <p:scale>
          <a:sx n="111" d="100"/>
          <a:sy n="111" d="100"/>
        </p:scale>
        <p:origin x="-153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36868100" cy="368681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29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vl1pPr>
          </a:lstStyle>
          <a:p>
            <a:endParaRPr lang="en-US" altLang="ja-JP"/>
          </a:p>
        </p:txBody>
      </p:sp>
      <p:sp>
        <p:nvSpPr>
          <p:cNvPr id="18329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vl1pPr>
          </a:lstStyle>
          <a:p>
            <a:endParaRPr lang="en-US" altLang="ja-JP"/>
          </a:p>
        </p:txBody>
      </p:sp>
      <p:sp>
        <p:nvSpPr>
          <p:cNvPr id="18330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vl1pPr>
          </a:lstStyle>
          <a:p>
            <a:endParaRPr lang="en-US" altLang="ja-JP"/>
          </a:p>
        </p:txBody>
      </p:sp>
      <p:sp>
        <p:nvSpPr>
          <p:cNvPr id="18330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vl1pPr>
          </a:lstStyle>
          <a:p>
            <a:fld id="{02AFEF7D-0F5B-46FE-955A-E9DFAFCB90C1}" type="slidenum">
              <a:rPr lang="en-US" altLang="ja-JP"/>
              <a:pPr/>
              <a:t>&lt;#&gt;</a:t>
            </a:fld>
            <a:endParaRPr lang="en-US" altLang="ja-JP"/>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vl1pPr>
          </a:lstStyle>
          <a:p>
            <a:endParaRPr lang="en-US" altLang="ja-JP"/>
          </a:p>
        </p:txBody>
      </p:sp>
      <p:sp>
        <p:nvSpPr>
          <p:cNvPr id="4099"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vl1pPr>
          </a:lstStyle>
          <a:p>
            <a:endParaRPr lang="en-US" altLang="ja-JP"/>
          </a:p>
        </p:txBody>
      </p:sp>
      <p:sp>
        <p:nvSpPr>
          <p:cNvPr id="4100"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
        <p:nvSpPr>
          <p:cNvPr id="4102"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vl1pPr>
          </a:lstStyle>
          <a:p>
            <a:endParaRPr lang="en-US" altLang="ja-JP"/>
          </a:p>
        </p:txBody>
      </p:sp>
      <p:sp>
        <p:nvSpPr>
          <p:cNvPr id="4103"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vl1pPr>
          </a:lstStyle>
          <a:p>
            <a:fld id="{7A509356-DC20-4289-9B8A-92ECC85530AE}" type="slidenum">
              <a:rPr lang="en-US" altLang="ja-JP"/>
              <a:pPr/>
              <a:t>&lt;#&gt;</a:t>
            </a:fld>
            <a:endParaRPr lang="en-US" altLang="ja-JP"/>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ＭＳ Ｐ明朝" charset="-128"/>
        <a:cs typeface="+mn-cs"/>
      </a:defRPr>
    </a:lvl1pPr>
    <a:lvl2pPr marL="457200" algn="l" rtl="0" fontAlgn="base">
      <a:spcBef>
        <a:spcPct val="30000"/>
      </a:spcBef>
      <a:spcAft>
        <a:spcPct val="0"/>
      </a:spcAft>
      <a:defRPr kumimoji="1" sz="1200" kern="1200">
        <a:solidFill>
          <a:schemeClr val="tx1"/>
        </a:solidFill>
        <a:latin typeface="Arial" charset="0"/>
        <a:ea typeface="ＭＳ Ｐ明朝" charset="-128"/>
        <a:cs typeface="+mn-cs"/>
      </a:defRPr>
    </a:lvl2pPr>
    <a:lvl3pPr marL="914400" algn="l" rtl="0" fontAlgn="base">
      <a:spcBef>
        <a:spcPct val="30000"/>
      </a:spcBef>
      <a:spcAft>
        <a:spcPct val="0"/>
      </a:spcAft>
      <a:defRPr kumimoji="1" sz="1200" kern="1200">
        <a:solidFill>
          <a:schemeClr val="tx1"/>
        </a:solidFill>
        <a:latin typeface="Arial" charset="0"/>
        <a:ea typeface="ＭＳ Ｐ明朝" charset="-128"/>
        <a:cs typeface="+mn-cs"/>
      </a:defRPr>
    </a:lvl3pPr>
    <a:lvl4pPr marL="1371600" algn="l" rtl="0" fontAlgn="base">
      <a:spcBef>
        <a:spcPct val="30000"/>
      </a:spcBef>
      <a:spcAft>
        <a:spcPct val="0"/>
      </a:spcAft>
      <a:defRPr kumimoji="1" sz="1200" kern="1200">
        <a:solidFill>
          <a:schemeClr val="tx1"/>
        </a:solidFill>
        <a:latin typeface="Arial" charset="0"/>
        <a:ea typeface="ＭＳ Ｐ明朝" charset="-128"/>
        <a:cs typeface="+mn-cs"/>
      </a:defRPr>
    </a:lvl4pPr>
    <a:lvl5pPr marL="1828800" algn="l" rtl="0" fontAlgn="base">
      <a:spcBef>
        <a:spcPct val="30000"/>
      </a:spcBef>
      <a:spcAft>
        <a:spcPct val="0"/>
      </a:spcAft>
      <a:defRPr kumimoji="1" sz="1200" kern="1200">
        <a:solidFill>
          <a:schemeClr val="tx1"/>
        </a:solidFill>
        <a:latin typeface="Arial"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5E032C-4CEE-4FFE-8AD2-B18CFD5B7731}" type="slidenum">
              <a:rPr lang="en-US" altLang="ja-JP"/>
              <a:pPr/>
              <a:t>1</a:t>
            </a:fld>
            <a:endParaRPr lang="en-US" altLang="ja-JP"/>
          </a:p>
        </p:txBody>
      </p:sp>
      <p:sp>
        <p:nvSpPr>
          <p:cNvPr id="204802" name="Rectangle 2"/>
          <p:cNvSpPr>
            <a:spLocks noGrp="1" noRot="1" noChangeAspect="1" noChangeArrowheads="1" noTextEdit="1"/>
          </p:cNvSpPr>
          <p:nvPr>
            <p:ph type="sldImg"/>
          </p:nvPr>
        </p:nvSpPr>
        <p:spPr>
          <a:xfrm>
            <a:off x="992188" y="768350"/>
            <a:ext cx="5114925" cy="3836988"/>
          </a:xfrm>
          <a:ln/>
        </p:spPr>
      </p:sp>
      <p:sp>
        <p:nvSpPr>
          <p:cNvPr id="204803"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992188" y="768350"/>
            <a:ext cx="5114925" cy="3836988"/>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7A509356-DC20-4289-9B8A-92ECC85530AE}" type="slidenum">
              <a:rPr lang="en-US" altLang="ja-JP" smtClean="0"/>
              <a:pPr/>
              <a:t>3</a:t>
            </a:fld>
            <a:endParaRPr lang="en-US"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992188" y="768350"/>
            <a:ext cx="5114925" cy="3836988"/>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7A509356-DC20-4289-9B8A-92ECC85530AE}" type="slidenum">
              <a:rPr lang="en-US" altLang="ja-JP" smtClean="0"/>
              <a:pPr/>
              <a:t>8</a:t>
            </a:fld>
            <a:endParaRPr lang="en-US"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992188" y="768350"/>
            <a:ext cx="5114925" cy="3836988"/>
          </a:xfrm>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7A509356-DC20-4289-9B8A-92ECC85530AE}" type="slidenum">
              <a:rPr lang="en-US" altLang="ja-JP" smtClean="0"/>
              <a:pPr/>
              <a:t>16</a:t>
            </a:fld>
            <a:endParaRPr lang="en-US" altLang="ja-J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 サブタイトルの書式設定</a:t>
            </a:r>
            <a:endParaRPr lang="ja-JP" altLang="en-US"/>
          </a:p>
        </p:txBody>
      </p:sp>
      <p:sp>
        <p:nvSpPr>
          <p:cNvPr id="4" name="日付プレースホルダ 3"/>
          <p:cNvSpPr>
            <a:spLocks noGrp="1"/>
          </p:cNvSpPr>
          <p:nvPr>
            <p:ph type="dt" sz="half" idx="10"/>
          </p:nvPr>
        </p:nvSpPr>
        <p:spPr/>
        <p:txBody>
          <a:bodyPr/>
          <a:lstStyle>
            <a:lvl1pPr>
              <a:defRPr/>
            </a:lvl1pPr>
          </a:lstStyle>
          <a:p>
            <a:fld id="{EFD3A431-F0A2-4498-9B99-4E316DD858D8}" type="datetime1">
              <a:rPr lang="ja-JP" altLang="en-US"/>
              <a:pPr/>
              <a:t>2010/9/24</a:t>
            </a:fld>
            <a:endParaRPr lang="en-US" altLang="ja-JP"/>
          </a:p>
        </p:txBody>
      </p:sp>
      <p:sp>
        <p:nvSpPr>
          <p:cNvPr id="5" name="フッター プレースホルダ 4"/>
          <p:cNvSpPr>
            <a:spLocks noGrp="1"/>
          </p:cNvSpPr>
          <p:nvPr>
            <p:ph type="ftr" sz="quarter" idx="11"/>
          </p:nvPr>
        </p:nvSpPr>
        <p:spPr/>
        <p:txBody>
          <a:bodyPr/>
          <a:lstStyle>
            <a:lvl1pPr>
              <a:defRPr/>
            </a:lvl1pPr>
          </a:lstStyle>
          <a:p>
            <a:r>
              <a:rPr lang="en-US" altLang="ja-JP"/>
              <a:t>メディアデザイン演習</a:t>
            </a:r>
          </a:p>
        </p:txBody>
      </p:sp>
      <p:sp>
        <p:nvSpPr>
          <p:cNvPr id="6" name="スライド番号プレースホルダ 5"/>
          <p:cNvSpPr>
            <a:spLocks noGrp="1"/>
          </p:cNvSpPr>
          <p:nvPr>
            <p:ph type="sldNum" sz="quarter" idx="12"/>
          </p:nvPr>
        </p:nvSpPr>
        <p:spPr/>
        <p:txBody>
          <a:bodyPr/>
          <a:lstStyle>
            <a:lvl1pPr>
              <a:defRPr/>
            </a:lvl1pPr>
          </a:lstStyle>
          <a:p>
            <a:fld id="{EBE901A7-30CC-4244-AC1D-4432D3BFFCB8}" type="slidenum">
              <a:rPr lang="en-US" altLang="ja-JP"/>
              <a:pPr/>
              <a:t>&lt;#&gt;</a:t>
            </a:fld>
            <a:endParaRPr lang="en-US" altLang="ja-JP"/>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lvl1pPr>
              <a:defRPr/>
            </a:lvl1pPr>
          </a:lstStyle>
          <a:p>
            <a:fld id="{C085F60D-2276-432A-93AB-23E94F04B369}" type="datetime1">
              <a:rPr lang="ja-JP" altLang="en-US"/>
              <a:pPr/>
              <a:t>2010/9/24</a:t>
            </a:fld>
            <a:endParaRPr lang="en-US" altLang="ja-JP"/>
          </a:p>
        </p:txBody>
      </p:sp>
      <p:sp>
        <p:nvSpPr>
          <p:cNvPr id="5" name="フッター プレースホルダ 4"/>
          <p:cNvSpPr>
            <a:spLocks noGrp="1"/>
          </p:cNvSpPr>
          <p:nvPr>
            <p:ph type="ftr" sz="quarter" idx="11"/>
          </p:nvPr>
        </p:nvSpPr>
        <p:spPr/>
        <p:txBody>
          <a:bodyPr/>
          <a:lstStyle>
            <a:lvl1pPr>
              <a:defRPr/>
            </a:lvl1pPr>
          </a:lstStyle>
          <a:p>
            <a:r>
              <a:rPr lang="en-US" altLang="ja-JP"/>
              <a:t>メディアデザイン演習</a:t>
            </a:r>
          </a:p>
        </p:txBody>
      </p:sp>
      <p:sp>
        <p:nvSpPr>
          <p:cNvPr id="6" name="スライド番号プレースホルダ 5"/>
          <p:cNvSpPr>
            <a:spLocks noGrp="1"/>
          </p:cNvSpPr>
          <p:nvPr>
            <p:ph type="sldNum" sz="quarter" idx="12"/>
          </p:nvPr>
        </p:nvSpPr>
        <p:spPr/>
        <p:txBody>
          <a:bodyPr/>
          <a:lstStyle>
            <a:lvl1pPr>
              <a:defRPr/>
            </a:lvl1pPr>
          </a:lstStyle>
          <a:p>
            <a:fld id="{3010A245-9887-4288-A9BE-B8A98211D943}" type="slidenum">
              <a:rPr lang="en-US" altLang="ja-JP"/>
              <a:pPr/>
              <a:t>&lt;#&gt;</a:t>
            </a:fld>
            <a:endParaRPr lang="en-US" altLang="ja-JP"/>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 テキストの書式設定</a:t>
            </a:r>
          </a:p>
        </p:txBody>
      </p:sp>
      <p:sp>
        <p:nvSpPr>
          <p:cNvPr id="4" name="日付プレースホルダ 3"/>
          <p:cNvSpPr>
            <a:spLocks noGrp="1"/>
          </p:cNvSpPr>
          <p:nvPr>
            <p:ph type="dt" sz="half" idx="10"/>
          </p:nvPr>
        </p:nvSpPr>
        <p:spPr/>
        <p:txBody>
          <a:bodyPr/>
          <a:lstStyle>
            <a:lvl1pPr>
              <a:defRPr/>
            </a:lvl1pPr>
          </a:lstStyle>
          <a:p>
            <a:fld id="{A4BEDCD0-E185-4EC4-AA40-082972A8A140}" type="datetime1">
              <a:rPr lang="ja-JP" altLang="en-US"/>
              <a:pPr/>
              <a:t>2010/9/24</a:t>
            </a:fld>
            <a:endParaRPr lang="en-US" altLang="ja-JP"/>
          </a:p>
        </p:txBody>
      </p:sp>
      <p:sp>
        <p:nvSpPr>
          <p:cNvPr id="5" name="フッター プレースホルダ 4"/>
          <p:cNvSpPr>
            <a:spLocks noGrp="1"/>
          </p:cNvSpPr>
          <p:nvPr>
            <p:ph type="ftr" sz="quarter" idx="11"/>
          </p:nvPr>
        </p:nvSpPr>
        <p:spPr/>
        <p:txBody>
          <a:bodyPr/>
          <a:lstStyle>
            <a:lvl1pPr>
              <a:defRPr/>
            </a:lvl1pPr>
          </a:lstStyle>
          <a:p>
            <a:r>
              <a:rPr lang="en-US" altLang="ja-JP"/>
              <a:t>メディアデザイン演習</a:t>
            </a:r>
          </a:p>
        </p:txBody>
      </p:sp>
      <p:sp>
        <p:nvSpPr>
          <p:cNvPr id="6" name="スライド番号プレースホルダ 5"/>
          <p:cNvSpPr>
            <a:spLocks noGrp="1"/>
          </p:cNvSpPr>
          <p:nvPr>
            <p:ph type="sldNum" sz="quarter" idx="12"/>
          </p:nvPr>
        </p:nvSpPr>
        <p:spPr/>
        <p:txBody>
          <a:bodyPr/>
          <a:lstStyle>
            <a:lvl1pPr>
              <a:defRPr/>
            </a:lvl1pPr>
          </a:lstStyle>
          <a:p>
            <a:fld id="{7BECAC4D-28B7-4772-B0F9-0A7907DC5E08}" type="slidenum">
              <a:rPr lang="en-US" altLang="ja-JP"/>
              <a:pPr/>
              <a:t>&lt;#&gt;</a:t>
            </a:fld>
            <a:endParaRPr lang="en-US" altLang="ja-JP"/>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sz="half" idx="1"/>
          </p:nvPr>
        </p:nvSpPr>
        <p:spPr>
          <a:xfrm>
            <a:off x="457200" y="1196975"/>
            <a:ext cx="403860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196975"/>
            <a:ext cx="4038600" cy="5256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 4"/>
          <p:cNvSpPr>
            <a:spLocks noGrp="1"/>
          </p:cNvSpPr>
          <p:nvPr>
            <p:ph type="dt" sz="half" idx="10"/>
          </p:nvPr>
        </p:nvSpPr>
        <p:spPr/>
        <p:txBody>
          <a:bodyPr/>
          <a:lstStyle>
            <a:lvl1pPr>
              <a:defRPr/>
            </a:lvl1pPr>
          </a:lstStyle>
          <a:p>
            <a:fld id="{D89A962F-ACFD-4695-9304-106CB12203C2}" type="datetime1">
              <a:rPr lang="ja-JP" altLang="en-US"/>
              <a:pPr/>
              <a:t>2010/9/24</a:t>
            </a:fld>
            <a:endParaRPr lang="en-US" altLang="ja-JP"/>
          </a:p>
        </p:txBody>
      </p:sp>
      <p:sp>
        <p:nvSpPr>
          <p:cNvPr id="6" name="フッター プレースホルダ 5"/>
          <p:cNvSpPr>
            <a:spLocks noGrp="1"/>
          </p:cNvSpPr>
          <p:nvPr>
            <p:ph type="ftr" sz="quarter" idx="11"/>
          </p:nvPr>
        </p:nvSpPr>
        <p:spPr/>
        <p:txBody>
          <a:bodyPr/>
          <a:lstStyle>
            <a:lvl1pPr>
              <a:defRPr/>
            </a:lvl1pPr>
          </a:lstStyle>
          <a:p>
            <a:r>
              <a:rPr lang="en-US" altLang="ja-JP"/>
              <a:t>メディアデザイン演習</a:t>
            </a:r>
          </a:p>
        </p:txBody>
      </p:sp>
      <p:sp>
        <p:nvSpPr>
          <p:cNvPr id="7" name="スライド番号プレースホルダ 6"/>
          <p:cNvSpPr>
            <a:spLocks noGrp="1"/>
          </p:cNvSpPr>
          <p:nvPr>
            <p:ph type="sldNum" sz="quarter" idx="12"/>
          </p:nvPr>
        </p:nvSpPr>
        <p:spPr/>
        <p:txBody>
          <a:bodyPr/>
          <a:lstStyle>
            <a:lvl1pPr>
              <a:defRPr/>
            </a:lvl1pPr>
          </a:lstStyle>
          <a:p>
            <a:fld id="{22FC234A-A3A4-44F6-A9E2-108939E62A7A}" type="slidenum">
              <a:rPr lang="en-US" altLang="ja-JP"/>
              <a:pPr/>
              <a:t>&lt;#&gt;</a:t>
            </a:fld>
            <a:endParaRPr lang="en-US" altLang="ja-JP"/>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日付プレースホルダ 6"/>
          <p:cNvSpPr>
            <a:spLocks noGrp="1"/>
          </p:cNvSpPr>
          <p:nvPr>
            <p:ph type="dt" sz="half" idx="10"/>
          </p:nvPr>
        </p:nvSpPr>
        <p:spPr/>
        <p:txBody>
          <a:bodyPr/>
          <a:lstStyle>
            <a:lvl1pPr>
              <a:defRPr/>
            </a:lvl1pPr>
          </a:lstStyle>
          <a:p>
            <a:fld id="{9F30D961-CD92-47CD-8898-7EFAC029528E}" type="datetime1">
              <a:rPr lang="ja-JP" altLang="en-US"/>
              <a:pPr/>
              <a:t>2010/9/24</a:t>
            </a:fld>
            <a:endParaRPr lang="en-US" altLang="ja-JP"/>
          </a:p>
        </p:txBody>
      </p:sp>
      <p:sp>
        <p:nvSpPr>
          <p:cNvPr id="8" name="フッター プレースホルダ 7"/>
          <p:cNvSpPr>
            <a:spLocks noGrp="1"/>
          </p:cNvSpPr>
          <p:nvPr>
            <p:ph type="ftr" sz="quarter" idx="11"/>
          </p:nvPr>
        </p:nvSpPr>
        <p:spPr/>
        <p:txBody>
          <a:bodyPr/>
          <a:lstStyle>
            <a:lvl1pPr>
              <a:defRPr/>
            </a:lvl1pPr>
          </a:lstStyle>
          <a:p>
            <a:r>
              <a:rPr lang="en-US" altLang="ja-JP"/>
              <a:t>メディアデザイン演習</a:t>
            </a:r>
          </a:p>
        </p:txBody>
      </p:sp>
      <p:sp>
        <p:nvSpPr>
          <p:cNvPr id="9" name="スライド番号プレースホルダ 8"/>
          <p:cNvSpPr>
            <a:spLocks noGrp="1"/>
          </p:cNvSpPr>
          <p:nvPr>
            <p:ph type="sldNum" sz="quarter" idx="12"/>
          </p:nvPr>
        </p:nvSpPr>
        <p:spPr/>
        <p:txBody>
          <a:bodyPr/>
          <a:lstStyle>
            <a:lvl1pPr>
              <a:defRPr/>
            </a:lvl1pPr>
          </a:lstStyle>
          <a:p>
            <a:fld id="{7877E917-639C-483B-BB32-1C5372995AEA}" type="slidenum">
              <a:rPr lang="en-US" altLang="ja-JP"/>
              <a:pPr/>
              <a:t>&lt;#&gt;</a:t>
            </a:fld>
            <a:endParaRPr lang="en-US"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日付プレースホルダ 2"/>
          <p:cNvSpPr>
            <a:spLocks noGrp="1"/>
          </p:cNvSpPr>
          <p:nvPr>
            <p:ph type="dt" sz="half" idx="10"/>
          </p:nvPr>
        </p:nvSpPr>
        <p:spPr/>
        <p:txBody>
          <a:bodyPr/>
          <a:lstStyle>
            <a:lvl1pPr>
              <a:defRPr/>
            </a:lvl1pPr>
          </a:lstStyle>
          <a:p>
            <a:fld id="{543CAC3F-40B7-4528-B482-CE15BB4749F6}" type="datetime1">
              <a:rPr lang="ja-JP" altLang="en-US"/>
              <a:pPr/>
              <a:t>2010/9/24</a:t>
            </a:fld>
            <a:endParaRPr lang="en-US" altLang="ja-JP"/>
          </a:p>
        </p:txBody>
      </p:sp>
      <p:sp>
        <p:nvSpPr>
          <p:cNvPr id="4" name="フッター プレースホルダ 3"/>
          <p:cNvSpPr>
            <a:spLocks noGrp="1"/>
          </p:cNvSpPr>
          <p:nvPr>
            <p:ph type="ftr" sz="quarter" idx="11"/>
          </p:nvPr>
        </p:nvSpPr>
        <p:spPr/>
        <p:txBody>
          <a:bodyPr/>
          <a:lstStyle>
            <a:lvl1pPr>
              <a:defRPr/>
            </a:lvl1pPr>
          </a:lstStyle>
          <a:p>
            <a:r>
              <a:rPr lang="en-US" altLang="ja-JP"/>
              <a:t>メディアデザイン演習</a:t>
            </a:r>
          </a:p>
        </p:txBody>
      </p:sp>
      <p:sp>
        <p:nvSpPr>
          <p:cNvPr id="5" name="スライド番号プレースホルダ 4"/>
          <p:cNvSpPr>
            <a:spLocks noGrp="1"/>
          </p:cNvSpPr>
          <p:nvPr>
            <p:ph type="sldNum" sz="quarter" idx="12"/>
          </p:nvPr>
        </p:nvSpPr>
        <p:spPr/>
        <p:txBody>
          <a:bodyPr/>
          <a:lstStyle>
            <a:lvl1pPr>
              <a:defRPr/>
            </a:lvl1pPr>
          </a:lstStyle>
          <a:p>
            <a:fld id="{10F32019-5BB1-42DC-BF77-A4FE45D4194A}" type="slidenum">
              <a:rPr lang="en-US" altLang="ja-JP"/>
              <a:pPr/>
              <a:t>&lt;#&gt;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lvl1pPr>
              <a:defRPr/>
            </a:lvl1pPr>
          </a:lstStyle>
          <a:p>
            <a:fld id="{BEF6821D-A4AB-44FC-830E-A1899477DDC7}" type="datetime1">
              <a:rPr lang="ja-JP" altLang="en-US"/>
              <a:pPr/>
              <a:t>2010/9/24</a:t>
            </a:fld>
            <a:endParaRPr lang="en-US" altLang="ja-JP"/>
          </a:p>
        </p:txBody>
      </p:sp>
      <p:sp>
        <p:nvSpPr>
          <p:cNvPr id="3" name="フッター プレースホルダ 2"/>
          <p:cNvSpPr>
            <a:spLocks noGrp="1"/>
          </p:cNvSpPr>
          <p:nvPr>
            <p:ph type="ftr" sz="quarter" idx="11"/>
          </p:nvPr>
        </p:nvSpPr>
        <p:spPr/>
        <p:txBody>
          <a:bodyPr/>
          <a:lstStyle>
            <a:lvl1pPr>
              <a:defRPr/>
            </a:lvl1pPr>
          </a:lstStyle>
          <a:p>
            <a:r>
              <a:rPr lang="en-US" altLang="ja-JP"/>
              <a:t>メディアデザイン演習</a:t>
            </a:r>
          </a:p>
        </p:txBody>
      </p:sp>
      <p:sp>
        <p:nvSpPr>
          <p:cNvPr id="4" name="スライド番号プレースホルダ 3"/>
          <p:cNvSpPr>
            <a:spLocks noGrp="1"/>
          </p:cNvSpPr>
          <p:nvPr>
            <p:ph type="sldNum" sz="quarter" idx="12"/>
          </p:nvPr>
        </p:nvSpPr>
        <p:spPr/>
        <p:txBody>
          <a:bodyPr/>
          <a:lstStyle>
            <a:lvl1pPr>
              <a:defRPr/>
            </a:lvl1pPr>
          </a:lstStyle>
          <a:p>
            <a:fld id="{95FED885-00FC-4496-9747-38E4A6CB360F}" type="slidenum">
              <a:rPr lang="en-US" altLang="ja-JP"/>
              <a:pPr/>
              <a:t>&lt;#&gt;</a:t>
            </a:fld>
            <a:endParaRPr lang="en-US" altLang="ja-JP"/>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lvl1pPr>
              <a:defRPr/>
            </a:lvl1pPr>
          </a:lstStyle>
          <a:p>
            <a:fld id="{680BD9A7-EDB6-4CAE-B7C1-E16333911A59}" type="datetime1">
              <a:rPr lang="ja-JP" altLang="en-US"/>
              <a:pPr/>
              <a:t>2010/9/24</a:t>
            </a:fld>
            <a:endParaRPr lang="en-US" altLang="ja-JP"/>
          </a:p>
        </p:txBody>
      </p:sp>
      <p:sp>
        <p:nvSpPr>
          <p:cNvPr id="6" name="フッター プレースホルダ 5"/>
          <p:cNvSpPr>
            <a:spLocks noGrp="1"/>
          </p:cNvSpPr>
          <p:nvPr>
            <p:ph type="ftr" sz="quarter" idx="11"/>
          </p:nvPr>
        </p:nvSpPr>
        <p:spPr/>
        <p:txBody>
          <a:bodyPr/>
          <a:lstStyle>
            <a:lvl1pPr>
              <a:defRPr/>
            </a:lvl1pPr>
          </a:lstStyle>
          <a:p>
            <a:r>
              <a:rPr lang="en-US" altLang="ja-JP"/>
              <a:t>メディアデザイン演習</a:t>
            </a:r>
          </a:p>
        </p:txBody>
      </p:sp>
      <p:sp>
        <p:nvSpPr>
          <p:cNvPr id="7" name="スライド番号プレースホルダ 6"/>
          <p:cNvSpPr>
            <a:spLocks noGrp="1"/>
          </p:cNvSpPr>
          <p:nvPr>
            <p:ph type="sldNum" sz="quarter" idx="12"/>
          </p:nvPr>
        </p:nvSpPr>
        <p:spPr/>
        <p:txBody>
          <a:bodyPr/>
          <a:lstStyle>
            <a:lvl1pPr>
              <a:defRPr/>
            </a:lvl1pPr>
          </a:lstStyle>
          <a:p>
            <a:fld id="{8992095B-1B3A-4C44-B884-3F0FC938F142}" type="slidenum">
              <a:rPr lang="en-US" altLang="ja-JP"/>
              <a:pPr/>
              <a:t>&lt;#&gt;</a:t>
            </a:fld>
            <a:endParaRPr lang="en-US" altLang="ja-JP"/>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 タイトルの書式設定</a:t>
            </a:r>
            <a:endParaRPr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lvl1pPr>
              <a:defRPr/>
            </a:lvl1pPr>
          </a:lstStyle>
          <a:p>
            <a:fld id="{7782FABC-B5B1-4313-9016-AFE01A263470}" type="datetime1">
              <a:rPr lang="ja-JP" altLang="en-US"/>
              <a:pPr/>
              <a:t>2010/9/24</a:t>
            </a:fld>
            <a:endParaRPr lang="en-US" altLang="ja-JP"/>
          </a:p>
        </p:txBody>
      </p:sp>
      <p:sp>
        <p:nvSpPr>
          <p:cNvPr id="6" name="フッター プレースホルダ 5"/>
          <p:cNvSpPr>
            <a:spLocks noGrp="1"/>
          </p:cNvSpPr>
          <p:nvPr>
            <p:ph type="ftr" sz="quarter" idx="11"/>
          </p:nvPr>
        </p:nvSpPr>
        <p:spPr/>
        <p:txBody>
          <a:bodyPr/>
          <a:lstStyle>
            <a:lvl1pPr>
              <a:defRPr/>
            </a:lvl1pPr>
          </a:lstStyle>
          <a:p>
            <a:r>
              <a:rPr lang="en-US" altLang="ja-JP"/>
              <a:t>メディアデザイン演習</a:t>
            </a:r>
          </a:p>
        </p:txBody>
      </p:sp>
      <p:sp>
        <p:nvSpPr>
          <p:cNvPr id="7" name="スライド番号プレースホルダ 6"/>
          <p:cNvSpPr>
            <a:spLocks noGrp="1"/>
          </p:cNvSpPr>
          <p:nvPr>
            <p:ph type="sldNum" sz="quarter" idx="12"/>
          </p:nvPr>
        </p:nvSpPr>
        <p:spPr/>
        <p:txBody>
          <a:bodyPr/>
          <a:lstStyle>
            <a:lvl1pPr>
              <a:defRPr/>
            </a:lvl1pPr>
          </a:lstStyle>
          <a:p>
            <a:fld id="{21404A78-9F6E-4CF8-B217-7BE16E509444}" type="slidenum">
              <a:rPr lang="en-US" altLang="ja-JP"/>
              <a:pPr/>
              <a:t>&lt;#&gt;</a:t>
            </a:fld>
            <a:endParaRPr lang="en-US" alt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lvl1pPr>
              <a:defRPr/>
            </a:lvl1pPr>
          </a:lstStyle>
          <a:p>
            <a:fld id="{7CC52B8F-3663-4897-88A7-A614EF028406}" type="datetime1">
              <a:rPr lang="ja-JP" altLang="en-US"/>
              <a:pPr/>
              <a:t>2010/9/24</a:t>
            </a:fld>
            <a:endParaRPr lang="en-US" altLang="ja-JP"/>
          </a:p>
        </p:txBody>
      </p:sp>
      <p:sp>
        <p:nvSpPr>
          <p:cNvPr id="5" name="フッター プレースホルダ 4"/>
          <p:cNvSpPr>
            <a:spLocks noGrp="1"/>
          </p:cNvSpPr>
          <p:nvPr>
            <p:ph type="ftr" sz="quarter" idx="11"/>
          </p:nvPr>
        </p:nvSpPr>
        <p:spPr/>
        <p:txBody>
          <a:bodyPr/>
          <a:lstStyle>
            <a:lvl1pPr>
              <a:defRPr/>
            </a:lvl1pPr>
          </a:lstStyle>
          <a:p>
            <a:r>
              <a:rPr lang="en-US" altLang="ja-JP"/>
              <a:t>メディアデザイン演習</a:t>
            </a:r>
          </a:p>
        </p:txBody>
      </p:sp>
      <p:sp>
        <p:nvSpPr>
          <p:cNvPr id="6" name="スライド番号プレースホルダ 5"/>
          <p:cNvSpPr>
            <a:spLocks noGrp="1"/>
          </p:cNvSpPr>
          <p:nvPr>
            <p:ph type="sldNum" sz="quarter" idx="12"/>
          </p:nvPr>
        </p:nvSpPr>
        <p:spPr/>
        <p:txBody>
          <a:bodyPr/>
          <a:lstStyle>
            <a:lvl1pPr>
              <a:defRPr/>
            </a:lvl1pPr>
          </a:lstStyle>
          <a:p>
            <a:fld id="{64BCC968-20D1-4E97-A7BC-79708718D6CE}" type="slidenum">
              <a:rPr lang="en-US" altLang="ja-JP"/>
              <a:pPr/>
              <a:t>&lt;#&gt;</a:t>
            </a:fld>
            <a:endParaRPr lang="en-US" alt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60350"/>
            <a:ext cx="2057400" cy="6192838"/>
          </a:xfrm>
        </p:spPr>
        <p:txBody>
          <a:bodyPr vert="eaVert"/>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a:xfrm>
            <a:off x="457200" y="260350"/>
            <a:ext cx="6019800" cy="6192838"/>
          </a:xfrm>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lvl1pPr>
              <a:defRPr/>
            </a:lvl1pPr>
          </a:lstStyle>
          <a:p>
            <a:fld id="{794A9E36-8EA1-4C07-9DC4-76E232F66690}" type="datetime1">
              <a:rPr lang="ja-JP" altLang="en-US"/>
              <a:pPr/>
              <a:t>2010/9/24</a:t>
            </a:fld>
            <a:endParaRPr lang="en-US" altLang="ja-JP"/>
          </a:p>
        </p:txBody>
      </p:sp>
      <p:sp>
        <p:nvSpPr>
          <p:cNvPr id="5" name="フッター プレースホルダ 4"/>
          <p:cNvSpPr>
            <a:spLocks noGrp="1"/>
          </p:cNvSpPr>
          <p:nvPr>
            <p:ph type="ftr" sz="quarter" idx="11"/>
          </p:nvPr>
        </p:nvSpPr>
        <p:spPr/>
        <p:txBody>
          <a:bodyPr/>
          <a:lstStyle>
            <a:lvl1pPr>
              <a:defRPr/>
            </a:lvl1pPr>
          </a:lstStyle>
          <a:p>
            <a:r>
              <a:rPr lang="en-US" altLang="ja-JP"/>
              <a:t>メディアデザイン演習</a:t>
            </a:r>
          </a:p>
        </p:txBody>
      </p:sp>
      <p:sp>
        <p:nvSpPr>
          <p:cNvPr id="6" name="スライド番号プレースホルダ 5"/>
          <p:cNvSpPr>
            <a:spLocks noGrp="1"/>
          </p:cNvSpPr>
          <p:nvPr>
            <p:ph type="sldNum" sz="quarter" idx="12"/>
          </p:nvPr>
        </p:nvSpPr>
        <p:spPr/>
        <p:txBody>
          <a:bodyPr/>
          <a:lstStyle>
            <a:lvl1pPr>
              <a:defRPr/>
            </a:lvl1pPr>
          </a:lstStyle>
          <a:p>
            <a:fld id="{6D2D0640-34DB-4649-B51C-865C7FE249DE}" type="slidenum">
              <a:rPr lang="en-US" altLang="ja-JP"/>
              <a:pPr/>
              <a:t>&lt;#&gt;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60350"/>
            <a:ext cx="8229600" cy="8651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smtClean="0"/>
              <a:t>マスタ タイトルの書式設定</a:t>
            </a:r>
          </a:p>
        </p:txBody>
      </p:sp>
      <p:sp>
        <p:nvSpPr>
          <p:cNvPr id="1027" name="Rectangle 3"/>
          <p:cNvSpPr>
            <a:spLocks noGrp="1" noChangeArrowheads="1"/>
          </p:cNvSpPr>
          <p:nvPr>
            <p:ph type="body" idx="1"/>
          </p:nvPr>
        </p:nvSpPr>
        <p:spPr bwMode="auto">
          <a:xfrm>
            <a:off x="457200" y="1196975"/>
            <a:ext cx="8229600" cy="52562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
        <p:nvSpPr>
          <p:cNvPr id="1028" name="Rectangle 4"/>
          <p:cNvSpPr>
            <a:spLocks noGrp="1" noChangeArrowheads="1"/>
          </p:cNvSpPr>
          <p:nvPr>
            <p:ph type="dt" sz="half" idx="2"/>
          </p:nvPr>
        </p:nvSpPr>
        <p:spPr bwMode="auto">
          <a:xfrm>
            <a:off x="457200" y="6524625"/>
            <a:ext cx="21336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D3BBCD6A-E7DD-44D8-A45D-D5A2D3D8CA2E}" type="datetime1">
              <a:rPr lang="ja-JP" altLang="en-US"/>
              <a:pPr/>
              <a:t>2010/9/24</a:t>
            </a:fld>
            <a:endParaRPr lang="en-US" altLang="ja-JP"/>
          </a:p>
        </p:txBody>
      </p:sp>
      <p:sp>
        <p:nvSpPr>
          <p:cNvPr id="1029" name="Rectangle 5"/>
          <p:cNvSpPr>
            <a:spLocks noGrp="1" noChangeArrowheads="1"/>
          </p:cNvSpPr>
          <p:nvPr>
            <p:ph type="ftr" sz="quarter" idx="3"/>
          </p:nvPr>
        </p:nvSpPr>
        <p:spPr bwMode="auto">
          <a:xfrm>
            <a:off x="3124200" y="6524625"/>
            <a:ext cx="28956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2"/>
                </a:solidFill>
              </a:defRPr>
            </a:lvl1pPr>
          </a:lstStyle>
          <a:p>
            <a:r>
              <a:rPr lang="en-US" altLang="ja-JP"/>
              <a:t>メディアデザイン演習</a:t>
            </a:r>
          </a:p>
        </p:txBody>
      </p:sp>
      <p:sp>
        <p:nvSpPr>
          <p:cNvPr id="1030" name="Rectangle 6"/>
          <p:cNvSpPr>
            <a:spLocks noGrp="1" noChangeArrowheads="1"/>
          </p:cNvSpPr>
          <p:nvPr>
            <p:ph type="sldNum" sz="quarter" idx="4"/>
          </p:nvPr>
        </p:nvSpPr>
        <p:spPr bwMode="auto">
          <a:xfrm>
            <a:off x="6553200" y="6524625"/>
            <a:ext cx="21336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2"/>
                </a:solidFill>
              </a:defRPr>
            </a:lvl1pPr>
          </a:lstStyle>
          <a:p>
            <a:fld id="{E72133AB-CA0D-4CCD-8A69-49BCD064CB69}" type="slidenum">
              <a:rPr lang="en-US" altLang="ja-JP"/>
              <a:pPr/>
              <a:t>&lt;#&gt;</a:t>
            </a:fld>
            <a:endParaRPr lang="en-US" altLang="ja-JP"/>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kumimoji="1" sz="36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2pPr>
      <a:lvl3pPr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3pPr>
      <a:lvl4pPr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4pPr>
      <a:lvl5pPr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5pPr>
      <a:lvl6pPr marL="457200"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6pPr>
      <a:lvl7pPr marL="914400"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7pPr>
      <a:lvl8pPr marL="1371600"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8pPr>
      <a:lvl9pPr marL="1828800" algn="ctr" rtl="0" fontAlgn="base">
        <a:spcBef>
          <a:spcPct val="0"/>
        </a:spcBef>
        <a:spcAft>
          <a:spcPct val="0"/>
        </a:spcAft>
        <a:defRPr kumimoji="1" sz="3600">
          <a:solidFill>
            <a:schemeClr val="tx2"/>
          </a:solidFill>
          <a:effectLst>
            <a:outerShdw blurRad="38100" dist="38100" dir="2700000" algn="tl">
              <a:srgbClr val="000000"/>
            </a:outerShdw>
          </a:effectLst>
          <a:latin typeface="Arial" charset="0"/>
          <a:ea typeface="ＭＳ Ｐゴシック" charset="-128"/>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ctrTitle"/>
          </p:nvPr>
        </p:nvSpPr>
        <p:spPr/>
        <p:txBody>
          <a:bodyPr/>
          <a:lstStyle/>
          <a:p>
            <a:r>
              <a:rPr lang="ja-JP" altLang="en-US" dirty="0" smtClean="0"/>
              <a:t>レイアウトでの親子関係の設定</a:t>
            </a:r>
            <a:endParaRPr lang="ja-JP" altLang="en-US" dirty="0"/>
          </a:p>
        </p:txBody>
      </p:sp>
      <p:sp>
        <p:nvSpPr>
          <p:cNvPr id="153603" name="Rectangle 3"/>
          <p:cNvSpPr>
            <a:spLocks noGrp="1" noChangeArrowheads="1"/>
          </p:cNvSpPr>
          <p:nvPr>
            <p:ph type="subTitle" idx="1"/>
          </p:nvPr>
        </p:nvSpPr>
        <p:spPr/>
        <p:txBody>
          <a:bodyPr/>
          <a:lstStyle/>
          <a:p>
            <a:r>
              <a:rPr lang="ja-JP" altLang="en-US" dirty="0"/>
              <a:t>メディアデザイン演習</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「レイアウト</a:t>
            </a:r>
            <a:r>
              <a:rPr kumimoji="1" lang="ja-JP" altLang="en-US" dirty="0" smtClean="0"/>
              <a:t>」</a:t>
            </a:r>
            <a:r>
              <a:rPr lang="ja-JP" altLang="en-US" dirty="0" smtClean="0"/>
              <a:t>を起動する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2</a:t>
            </a:fld>
            <a:endParaRPr lang="en-US" altLang="ja-JP"/>
          </a:p>
        </p:txBody>
      </p:sp>
      <p:pic>
        <p:nvPicPr>
          <p:cNvPr id="1028" name="Picture 4"/>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オブジェクトを配置する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3</a:t>
            </a:fld>
            <a:endParaRPr lang="en-US" altLang="ja-JP"/>
          </a:p>
        </p:txBody>
      </p:sp>
      <p:pic>
        <p:nvPicPr>
          <p:cNvPr id="21507" name="Picture 3"/>
          <p:cNvPicPr>
            <a:picLocks noGrp="1" noChangeAspect="1" noChangeArrowheads="1"/>
          </p:cNvPicPr>
          <p:nvPr>
            <p:ph idx="1"/>
          </p:nvPr>
        </p:nvPicPr>
        <p:blipFill>
          <a:blip r:embed="rId3" cstate="print"/>
          <a:srcRect/>
          <a:stretch>
            <a:fillRect/>
          </a:stretch>
        </p:blipFill>
        <p:spPr bwMode="auto">
          <a:xfrm>
            <a:off x="875323" y="1196975"/>
            <a:ext cx="7393355" cy="5256213"/>
          </a:xfrm>
          <a:prstGeom prst="rect">
            <a:avLst/>
          </a:prstGeom>
          <a:noFill/>
          <a:ln w="9525">
            <a:noFill/>
            <a:miter lim="800000"/>
            <a:headEnd/>
            <a:tailEnd/>
          </a:ln>
        </p:spPr>
      </p:pic>
      <p:cxnSp>
        <p:nvCxnSpPr>
          <p:cNvPr id="8" name="直線矢印コネクタ 7"/>
          <p:cNvCxnSpPr/>
          <p:nvPr/>
        </p:nvCxnSpPr>
        <p:spPr>
          <a:xfrm rot="10800000">
            <a:off x="1313410" y="1421477"/>
            <a:ext cx="382386" cy="307571"/>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10800000">
            <a:off x="2205644" y="1889764"/>
            <a:ext cx="537557" cy="537553"/>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H="1">
            <a:off x="1521337" y="2916745"/>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1723499" y="2696043"/>
            <a:ext cx="6545179" cy="923330"/>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「ファイル」メニューの「開く」「オブジェクトを開く」を選択するか</a:t>
            </a:r>
            <a:endParaRPr kumimoji="1" lang="en-US" altLang="ja-JP" dirty="0" smtClean="0">
              <a:solidFill>
                <a:schemeClr val="accent3"/>
              </a:solidFill>
            </a:endParaRPr>
          </a:p>
          <a:p>
            <a:r>
              <a:rPr lang="ja-JP" altLang="en-US" dirty="0" smtClean="0">
                <a:solidFill>
                  <a:schemeClr val="accent3"/>
                </a:solidFill>
              </a:rPr>
              <a:t>「アイテム」タブの「開く」メニューの「オブジェクト」をクリックするか</a:t>
            </a:r>
            <a:endParaRPr lang="en-US" altLang="ja-JP" dirty="0" smtClean="0">
              <a:solidFill>
                <a:schemeClr val="accent3"/>
              </a:solidFill>
            </a:endParaRPr>
          </a:p>
          <a:p>
            <a:r>
              <a:rPr kumimoji="1" lang="ja-JP" altLang="en-US" dirty="0" smtClean="0">
                <a:solidFill>
                  <a:schemeClr val="accent3"/>
                </a:solidFill>
              </a:rPr>
              <a:t>「</a:t>
            </a:r>
            <a:r>
              <a:rPr kumimoji="1" lang="en-US" altLang="ja-JP" dirty="0" smtClean="0">
                <a:solidFill>
                  <a:schemeClr val="accent3"/>
                </a:solidFill>
              </a:rPr>
              <a:t>+</a:t>
            </a:r>
            <a:r>
              <a:rPr kumimoji="1" lang="ja-JP" altLang="en-US" dirty="0" smtClean="0">
                <a:solidFill>
                  <a:schemeClr val="accent3"/>
                </a:solidFill>
              </a:rPr>
              <a:t>」キーをタイプ</a:t>
            </a:r>
            <a:endParaRPr kumimoji="1" lang="en-US" altLang="ja-JP" dirty="0" smtClean="0">
              <a:solidFill>
                <a:schemeClr val="accent3"/>
              </a:solidFill>
            </a:endParaRPr>
          </a:p>
        </p:txBody>
      </p:sp>
      <p:cxnSp>
        <p:nvCxnSpPr>
          <p:cNvPr id="15" name="直線矢印コネクタ 14"/>
          <p:cNvCxnSpPr/>
          <p:nvPr/>
        </p:nvCxnSpPr>
        <p:spPr>
          <a:xfrm rot="16200000" flipH="1">
            <a:off x="1981264" y="1432666"/>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オブジェクト </a:t>
            </a:r>
            <a:r>
              <a:rPr kumimoji="1" lang="en-US" altLang="ja-JP" dirty="0" smtClean="0"/>
              <a:t>(LWO) </a:t>
            </a:r>
            <a:r>
              <a:rPr kumimoji="1" lang="ja-JP" altLang="en-US" dirty="0" smtClean="0"/>
              <a:t>ファイルを選択する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4</a:t>
            </a:fld>
            <a:endParaRPr lang="en-US" altLang="ja-JP"/>
          </a:p>
        </p:txBody>
      </p:sp>
      <p:cxnSp>
        <p:nvCxnSpPr>
          <p:cNvPr id="10" name="直線矢印コネクタ 9"/>
          <p:cNvCxnSpPr/>
          <p:nvPr/>
        </p:nvCxnSpPr>
        <p:spPr>
          <a:xfrm rot="16200000" flipV="1">
            <a:off x="1956211" y="2426391"/>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a:off x="4932323" y="3333511"/>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5400000" flipH="1" flipV="1">
            <a:off x="3990217" y="5057016"/>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V="1">
            <a:off x="5978235" y="5314605"/>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3376976" y="3953050"/>
            <a:ext cx="3913251" cy="646331"/>
          </a:xfrm>
          <a:prstGeom prst="rect">
            <a:avLst/>
          </a:prstGeom>
          <a:noFill/>
          <a:effectLst>
            <a:outerShdw blurRad="25400" dist="25400" dir="1800000" algn="tl" rotWithShape="0">
              <a:prstClr val="black">
                <a:alpha val="60000"/>
              </a:prstClr>
            </a:outerShdw>
          </a:effectLst>
        </p:spPr>
        <p:txBody>
          <a:bodyPr wrap="none" rtlCol="0">
            <a:spAutoFit/>
          </a:bodyPr>
          <a:lstStyle/>
          <a:p>
            <a:r>
              <a:rPr kumimoji="1" lang="ja-JP" altLang="en-US" dirty="0" smtClean="0">
                <a:solidFill>
                  <a:schemeClr val="accent3"/>
                </a:solidFill>
              </a:rPr>
              <a:t>「デスクトップ」や「マイドキュメント」など</a:t>
            </a:r>
            <a:endParaRPr kumimoji="1" lang="en-US" altLang="ja-JP" dirty="0" smtClean="0">
              <a:solidFill>
                <a:schemeClr val="accent3"/>
              </a:solidFill>
            </a:endParaRPr>
          </a:p>
          <a:p>
            <a:r>
              <a:rPr lang="ja-JP" altLang="en-US" dirty="0" smtClean="0">
                <a:solidFill>
                  <a:schemeClr val="accent3"/>
                </a:solidFill>
              </a:rPr>
              <a:t>ファイルを保存した場所を選択する</a:t>
            </a:r>
            <a:endParaRPr kumimoji="1" lang="en-US" altLang="ja-JP" dirty="0" smtClean="0">
              <a:solidFill>
                <a:schemeClr val="accent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オブジェクトがシーンに配置される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5</a:t>
            </a:fld>
            <a:endParaRPr lang="en-US" altLang="ja-JP"/>
          </a:p>
        </p:txBody>
      </p:sp>
      <p:sp>
        <p:nvSpPr>
          <p:cNvPr id="7" name="テキスト ボックス 6"/>
          <p:cNvSpPr txBox="1"/>
          <p:nvPr/>
        </p:nvSpPr>
        <p:spPr>
          <a:xfrm>
            <a:off x="3795538" y="3826933"/>
            <a:ext cx="4180063"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「モデラー」におけるオブジェクトの原点がシーンの原点と一致する</a:t>
            </a:r>
            <a:endParaRPr kumimoji="1" lang="en-US" altLang="ja-JP" dirty="0" smtClean="0">
              <a:solidFill>
                <a:schemeClr val="accent3"/>
              </a:solidFill>
            </a:endParaRPr>
          </a:p>
        </p:txBody>
      </p:sp>
      <p:cxnSp>
        <p:nvCxnSpPr>
          <p:cNvPr id="8" name="直線矢印コネクタ 7"/>
          <p:cNvCxnSpPr/>
          <p:nvPr/>
        </p:nvCxnSpPr>
        <p:spPr>
          <a:xfrm rot="16200000" flipV="1">
            <a:off x="2635241" y="2276813"/>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851265" y="4621983"/>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2022162" y="1949045"/>
            <a:ext cx="646331"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光源</a:t>
            </a:r>
            <a:endParaRPr kumimoji="1" lang="ja-JP" altLang="en-US" dirty="0">
              <a:solidFill>
                <a:schemeClr val="accent3"/>
              </a:solidFill>
            </a:endParaRPr>
          </a:p>
        </p:txBody>
      </p:sp>
      <p:sp>
        <p:nvSpPr>
          <p:cNvPr id="11" name="テキスト ボックス 10"/>
          <p:cNvSpPr txBox="1"/>
          <p:nvPr/>
        </p:nvSpPr>
        <p:spPr>
          <a:xfrm>
            <a:off x="2174562" y="4796442"/>
            <a:ext cx="728084"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カメラ</a:t>
            </a:r>
            <a:endParaRPr kumimoji="1" lang="ja-JP" altLang="en-US" dirty="0">
              <a:solidFill>
                <a:schemeClr val="accent3"/>
              </a:solidFill>
            </a:endParaRPr>
          </a:p>
        </p:txBody>
      </p:sp>
      <p:cxnSp>
        <p:nvCxnSpPr>
          <p:cNvPr id="12" name="直線矢印コネクタ 11"/>
          <p:cNvCxnSpPr/>
          <p:nvPr/>
        </p:nvCxnSpPr>
        <p:spPr>
          <a:xfrm rot="5400000" flipH="1" flipV="1">
            <a:off x="5153998" y="2492837"/>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5336770" y="2166963"/>
            <a:ext cx="2398413"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配置されたオブジェクト</a:t>
            </a:r>
            <a:endParaRPr kumimoji="1" lang="ja-JP" altLang="en-US" dirty="0">
              <a:solidFill>
                <a:schemeClr val="accent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テクスチャソリッド表示に切り替える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6</a:t>
            </a:fld>
            <a:endParaRPr lang="en-US" altLang="ja-JP"/>
          </a:p>
        </p:txBody>
      </p:sp>
      <p:cxnSp>
        <p:nvCxnSpPr>
          <p:cNvPr id="7" name="直線矢印コネクタ 6"/>
          <p:cNvCxnSpPr/>
          <p:nvPr/>
        </p:nvCxnSpPr>
        <p:spPr>
          <a:xfrm rot="16200000" flipV="1">
            <a:off x="2377440" y="1578544"/>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オブジェクトのレイヤーを選択する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7</a:t>
            </a:fld>
            <a:endParaRPr lang="en-US" altLang="ja-JP"/>
          </a:p>
        </p:txBody>
      </p:sp>
      <p:cxnSp>
        <p:nvCxnSpPr>
          <p:cNvPr id="7" name="直線矢印コネクタ 6"/>
          <p:cNvCxnSpPr/>
          <p:nvPr/>
        </p:nvCxnSpPr>
        <p:spPr>
          <a:xfrm rot="16200000" flipV="1">
            <a:off x="1404849" y="6178973"/>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3499658" y="6037766"/>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flipH="1" flipV="1">
            <a:off x="4004669" y="4839685"/>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187441" y="4513810"/>
            <a:ext cx="408123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robot</a:t>
            </a:r>
            <a:r>
              <a:rPr kumimoji="1" lang="ja-JP" altLang="en-US" dirty="0" smtClean="0">
                <a:solidFill>
                  <a:schemeClr val="accent3"/>
                </a:solidFill>
              </a:rPr>
              <a:t>」</a:t>
            </a:r>
            <a:r>
              <a:rPr kumimoji="1" lang="en-US" altLang="ja-JP" dirty="0" smtClean="0">
                <a:solidFill>
                  <a:schemeClr val="accent3"/>
                </a:solidFill>
              </a:rPr>
              <a:t> </a:t>
            </a:r>
            <a:r>
              <a:rPr kumimoji="1" lang="ja-JP" altLang="en-US" dirty="0" smtClean="0">
                <a:solidFill>
                  <a:schemeClr val="accent3"/>
                </a:solidFill>
              </a:rPr>
              <a:t>オブジェクトの</a:t>
            </a:r>
            <a:endParaRPr kumimoji="1" lang="en-US" altLang="ja-JP" dirty="0" smtClean="0">
              <a:solidFill>
                <a:schemeClr val="accent3"/>
              </a:solidFill>
            </a:endParaRPr>
          </a:p>
          <a:p>
            <a:r>
              <a:rPr kumimoji="1" lang="ja-JP" altLang="en-US" dirty="0" smtClean="0">
                <a:solidFill>
                  <a:schemeClr val="accent3"/>
                </a:solidFill>
              </a:rPr>
              <a:t>「</a:t>
            </a:r>
            <a:r>
              <a:rPr kumimoji="1" lang="en-US" altLang="ja-JP" dirty="0" smtClean="0">
                <a:solidFill>
                  <a:schemeClr val="accent3"/>
                </a:solidFill>
              </a:rPr>
              <a:t>Layer 1</a:t>
            </a:r>
            <a:r>
              <a:rPr lang="ja-JP" altLang="en-US" dirty="0" smtClean="0">
                <a:solidFill>
                  <a:schemeClr val="accent3"/>
                </a:solidFill>
              </a:rPr>
              <a:t>」（胴体）を</a:t>
            </a:r>
            <a:r>
              <a:rPr kumimoji="1" lang="ja-JP" altLang="en-US" dirty="0" smtClean="0">
                <a:solidFill>
                  <a:schemeClr val="accent3"/>
                </a:solidFill>
              </a:rPr>
              <a:t>選択する</a:t>
            </a:r>
            <a:endParaRPr kumimoji="1" lang="ja-JP" altLang="en-US" dirty="0">
              <a:solidFill>
                <a:schemeClr val="accent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p:cNvPicPr>
            <a:picLocks noGrp="1" noChangeAspect="1" noChangeArrowheads="1"/>
          </p:cNvPicPr>
          <p:nvPr>
            <p:ph idx="1"/>
          </p:nvPr>
        </p:nvPicPr>
        <p:blipFill>
          <a:blip r:embed="rId3"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「モーションオプション」を表示する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8</a:t>
            </a:fld>
            <a:endParaRPr lang="en-US" altLang="ja-JP"/>
          </a:p>
        </p:txBody>
      </p:sp>
      <p:sp>
        <p:nvSpPr>
          <p:cNvPr id="6" name="テキスト ボックス 5"/>
          <p:cNvSpPr txBox="1"/>
          <p:nvPr/>
        </p:nvSpPr>
        <p:spPr>
          <a:xfrm>
            <a:off x="3099261" y="1645426"/>
            <a:ext cx="2137124"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「セットアップ」のタブ</a:t>
            </a:r>
            <a:endParaRPr kumimoji="1" lang="ja-JP" altLang="en-US" dirty="0">
              <a:solidFill>
                <a:schemeClr val="accent3"/>
              </a:solidFill>
            </a:endParaRPr>
          </a:p>
        </p:txBody>
      </p:sp>
      <p:cxnSp>
        <p:nvCxnSpPr>
          <p:cNvPr id="7" name="直線矢印コネクタ 6"/>
          <p:cNvCxnSpPr/>
          <p:nvPr/>
        </p:nvCxnSpPr>
        <p:spPr>
          <a:xfrm rot="5400000" flipH="1" flipV="1">
            <a:off x="1547664" y="538021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16200000" flipH="1">
            <a:off x="2811229" y="1429402"/>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1663932" y="4758827"/>
            <a:ext cx="3254417" cy="646331"/>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「モーションオプション」を選ぶか</a:t>
            </a:r>
            <a:endParaRPr kumimoji="1" lang="en-US" altLang="ja-JP" dirty="0" smtClean="0">
              <a:solidFill>
                <a:schemeClr val="accent3"/>
              </a:solidFill>
            </a:endParaRPr>
          </a:p>
          <a:p>
            <a:r>
              <a:rPr lang="ja-JP" altLang="en-US" dirty="0" smtClean="0">
                <a:solidFill>
                  <a:schemeClr val="accent3"/>
                </a:solidFill>
              </a:rPr>
              <a:t>「</a:t>
            </a:r>
            <a:r>
              <a:rPr lang="en-US" altLang="ja-JP" dirty="0" smtClean="0">
                <a:solidFill>
                  <a:schemeClr val="accent3"/>
                </a:solidFill>
              </a:rPr>
              <a:t>m</a:t>
            </a:r>
            <a:r>
              <a:rPr lang="ja-JP" altLang="en-US" dirty="0" smtClean="0">
                <a:solidFill>
                  <a:schemeClr val="accent3"/>
                </a:solidFill>
              </a:rPr>
              <a:t>」をタイプ</a:t>
            </a:r>
            <a:endParaRPr kumimoji="1" lang="ja-JP" altLang="en-US" dirty="0">
              <a:solidFill>
                <a:schemeClr val="accent3"/>
              </a:solidFill>
            </a:endParaRPr>
          </a:p>
        </p:txBody>
      </p:sp>
      <p:sp>
        <p:nvSpPr>
          <p:cNvPr id="11" name="テキスト ボックス 10"/>
          <p:cNvSpPr txBox="1"/>
          <p:nvPr/>
        </p:nvSpPr>
        <p:spPr>
          <a:xfrm>
            <a:off x="5739941" y="1329645"/>
            <a:ext cx="241484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「モーションオプション」のウィンドウ</a:t>
            </a:r>
            <a:endParaRPr kumimoji="1" lang="ja-JP" altLang="en-US" dirty="0">
              <a:solidFill>
                <a:schemeClr val="accent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p:cNvPicPr>
            <a:picLocks noGrp="1" noChangeAspect="1" noChangeArrowheads="1"/>
          </p:cNvPicPr>
          <p:nvPr>
            <p:ph idx="1"/>
          </p:nvPr>
        </p:nvPicPr>
        <p:blipFill>
          <a:blip r:embed="rId2"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lang="ja-JP" altLang="en-US" dirty="0" smtClean="0"/>
              <a:t>「</a:t>
            </a:r>
            <a:r>
              <a:rPr lang="en-US" altLang="ja-JP" dirty="0" smtClean="0"/>
              <a:t>Layer 2</a:t>
            </a:r>
            <a:r>
              <a:rPr lang="ja-JP" altLang="en-US" dirty="0" smtClean="0"/>
              <a:t>」の親に「</a:t>
            </a:r>
            <a:r>
              <a:rPr kumimoji="1" lang="en-US" altLang="ja-JP" dirty="0" smtClean="0"/>
              <a:t>Layer 1</a:t>
            </a:r>
            <a:r>
              <a:rPr kumimoji="1" lang="ja-JP" altLang="en-US" dirty="0" smtClean="0"/>
              <a:t>」を指定する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9</a:t>
            </a:fld>
            <a:endParaRPr lang="en-US" altLang="ja-JP"/>
          </a:p>
        </p:txBody>
      </p:sp>
      <p:cxnSp>
        <p:nvCxnSpPr>
          <p:cNvPr id="7" name="直線矢印コネクタ 6"/>
          <p:cNvCxnSpPr/>
          <p:nvPr/>
        </p:nvCxnSpPr>
        <p:spPr>
          <a:xfrm rot="5400000">
            <a:off x="3499658" y="6037766"/>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16200000" flipV="1">
            <a:off x="3241955" y="4931071"/>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1616873" y="4257148"/>
            <a:ext cx="344557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robot</a:t>
            </a:r>
            <a:r>
              <a:rPr kumimoji="1" lang="ja-JP" altLang="en-US" dirty="0" smtClean="0">
                <a:solidFill>
                  <a:schemeClr val="accent3"/>
                </a:solidFill>
              </a:rPr>
              <a:t>」</a:t>
            </a:r>
            <a:r>
              <a:rPr kumimoji="1" lang="en-US" altLang="ja-JP" dirty="0" smtClean="0">
                <a:solidFill>
                  <a:schemeClr val="accent3"/>
                </a:solidFill>
              </a:rPr>
              <a:t> </a:t>
            </a:r>
            <a:r>
              <a:rPr kumimoji="1" lang="ja-JP" altLang="en-US" dirty="0" smtClean="0">
                <a:solidFill>
                  <a:schemeClr val="accent3"/>
                </a:solidFill>
              </a:rPr>
              <a:t>オブジェクトの</a:t>
            </a:r>
            <a:endParaRPr kumimoji="1" lang="en-US" altLang="ja-JP" dirty="0" smtClean="0">
              <a:solidFill>
                <a:schemeClr val="accent3"/>
              </a:solidFill>
            </a:endParaRPr>
          </a:p>
          <a:p>
            <a:r>
              <a:rPr kumimoji="1" lang="ja-JP" altLang="en-US" dirty="0" smtClean="0">
                <a:solidFill>
                  <a:schemeClr val="accent3"/>
                </a:solidFill>
              </a:rPr>
              <a:t>「</a:t>
            </a:r>
            <a:r>
              <a:rPr kumimoji="1" lang="en-US" altLang="ja-JP" dirty="0" smtClean="0">
                <a:solidFill>
                  <a:schemeClr val="accent3"/>
                </a:solidFill>
              </a:rPr>
              <a:t>Layer 2</a:t>
            </a:r>
            <a:r>
              <a:rPr lang="ja-JP" altLang="en-US" dirty="0" smtClean="0">
                <a:solidFill>
                  <a:schemeClr val="accent3"/>
                </a:solidFill>
              </a:rPr>
              <a:t>」（左大腿部）を</a:t>
            </a:r>
            <a:r>
              <a:rPr kumimoji="1" lang="ja-JP" altLang="en-US" dirty="0" smtClean="0">
                <a:solidFill>
                  <a:schemeClr val="accent3"/>
                </a:solidFill>
              </a:rPr>
              <a:t>選択し</a:t>
            </a:r>
            <a:r>
              <a:rPr kumimoji="1" lang="en-US" altLang="ja-JP" dirty="0" smtClean="0">
                <a:solidFill>
                  <a:schemeClr val="accent3"/>
                </a:solidFill>
              </a:rPr>
              <a:t>,</a:t>
            </a:r>
            <a:endParaRPr kumimoji="1" lang="ja-JP" altLang="en-US" dirty="0">
              <a:solidFill>
                <a:schemeClr val="accent3"/>
              </a:solidFill>
            </a:endParaRPr>
          </a:p>
        </p:txBody>
      </p:sp>
      <p:cxnSp>
        <p:nvCxnSpPr>
          <p:cNvPr id="11" name="直線矢印コネクタ 10"/>
          <p:cNvCxnSpPr/>
          <p:nvPr/>
        </p:nvCxnSpPr>
        <p:spPr>
          <a:xfrm rot="16200000" flipV="1">
            <a:off x="7415060" y="226116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5400000">
            <a:off x="7043758" y="2621387"/>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4031564" y="2743201"/>
            <a:ext cx="307581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Layer 2</a:t>
            </a:r>
            <a:r>
              <a:rPr kumimoji="1" lang="ja-JP" altLang="en-US" dirty="0" smtClean="0">
                <a:solidFill>
                  <a:schemeClr val="accent3"/>
                </a:solidFill>
              </a:rPr>
              <a:t>」の親アイテムとして「</a:t>
            </a:r>
            <a:r>
              <a:rPr kumimoji="1" lang="en-US" altLang="ja-JP" dirty="0" smtClean="0">
                <a:solidFill>
                  <a:schemeClr val="accent3"/>
                </a:solidFill>
              </a:rPr>
              <a:t>Layer 1</a:t>
            </a:r>
            <a:r>
              <a:rPr kumimoji="1" lang="ja-JP" altLang="en-US" dirty="0" smtClean="0">
                <a:solidFill>
                  <a:schemeClr val="accent3"/>
                </a:solidFill>
              </a:rPr>
              <a:t>」を選択する</a:t>
            </a:r>
            <a:endParaRPr kumimoji="1" lang="ja-JP" altLang="en-US" dirty="0">
              <a:solidFill>
                <a:schemeClr val="accent3"/>
              </a:solidFill>
            </a:endParaRPr>
          </a:p>
        </p:txBody>
      </p:sp>
      <p:cxnSp>
        <p:nvCxnSpPr>
          <p:cNvPr id="14" name="直線矢印コネクタ 13"/>
          <p:cNvCxnSpPr/>
          <p:nvPr/>
        </p:nvCxnSpPr>
        <p:spPr>
          <a:xfrm rot="5400000">
            <a:off x="4223704" y="3784215"/>
            <a:ext cx="375158" cy="354684"/>
          </a:xfrm>
          <a:prstGeom prst="straightConnector1">
            <a:avLst/>
          </a:prstGeom>
          <a:ln w="50800" cap="sq">
            <a:solidFill>
              <a:schemeClr val="accent3"/>
            </a:solidFill>
            <a:prstDash val="sysDot"/>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Grp="1" noChangeAspect="1" noChangeArrowheads="1"/>
          </p:cNvPicPr>
          <p:nvPr>
            <p:ph idx="1"/>
          </p:nvPr>
        </p:nvPicPr>
        <p:blipFill>
          <a:blip r:embed="rId2"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lang="ja-JP" altLang="en-US" dirty="0" smtClean="0"/>
              <a:t>「</a:t>
            </a:r>
            <a:r>
              <a:rPr lang="en-US" altLang="ja-JP" dirty="0" smtClean="0"/>
              <a:t>Layer 3</a:t>
            </a:r>
            <a:r>
              <a:rPr lang="ja-JP" altLang="en-US" dirty="0" smtClean="0"/>
              <a:t>」の親に「</a:t>
            </a:r>
            <a:r>
              <a:rPr kumimoji="1" lang="en-US" altLang="ja-JP" dirty="0" smtClean="0"/>
              <a:t>Layer</a:t>
            </a:r>
            <a:r>
              <a:rPr lang="ja-JP" altLang="en-US" dirty="0" smtClean="0"/>
              <a:t> </a:t>
            </a:r>
            <a:r>
              <a:rPr lang="en-US" altLang="ja-JP" dirty="0" smtClean="0"/>
              <a:t>2</a:t>
            </a:r>
            <a:r>
              <a:rPr lang="ja-JP" altLang="en-US" dirty="0" smtClean="0"/>
              <a:t>」を指定する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10</a:t>
            </a:fld>
            <a:endParaRPr lang="en-US" altLang="ja-JP"/>
          </a:p>
        </p:txBody>
      </p:sp>
      <p:cxnSp>
        <p:nvCxnSpPr>
          <p:cNvPr id="7" name="直線矢印コネクタ 6"/>
          <p:cNvCxnSpPr/>
          <p:nvPr/>
        </p:nvCxnSpPr>
        <p:spPr>
          <a:xfrm rot="5400000">
            <a:off x="3075752" y="6029453"/>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16200000" flipV="1">
            <a:off x="3075752" y="5311834"/>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1508821" y="4640563"/>
            <a:ext cx="344557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robot</a:t>
            </a:r>
            <a:r>
              <a:rPr kumimoji="1" lang="ja-JP" altLang="en-US" dirty="0" smtClean="0">
                <a:solidFill>
                  <a:schemeClr val="accent3"/>
                </a:solidFill>
              </a:rPr>
              <a:t>」</a:t>
            </a:r>
            <a:r>
              <a:rPr kumimoji="1" lang="en-US" altLang="ja-JP" dirty="0" smtClean="0">
                <a:solidFill>
                  <a:schemeClr val="accent3"/>
                </a:solidFill>
              </a:rPr>
              <a:t> </a:t>
            </a:r>
            <a:r>
              <a:rPr kumimoji="1" lang="ja-JP" altLang="en-US" dirty="0" smtClean="0">
                <a:solidFill>
                  <a:schemeClr val="accent3"/>
                </a:solidFill>
              </a:rPr>
              <a:t>オブジェクトの</a:t>
            </a:r>
            <a:endParaRPr kumimoji="1" lang="en-US" altLang="ja-JP" dirty="0" smtClean="0">
              <a:solidFill>
                <a:schemeClr val="accent3"/>
              </a:solidFill>
            </a:endParaRPr>
          </a:p>
          <a:p>
            <a:r>
              <a:rPr kumimoji="1" lang="ja-JP" altLang="en-US" dirty="0" smtClean="0">
                <a:solidFill>
                  <a:schemeClr val="accent3"/>
                </a:solidFill>
              </a:rPr>
              <a:t>「</a:t>
            </a:r>
            <a:r>
              <a:rPr kumimoji="1" lang="en-US" altLang="ja-JP" dirty="0" smtClean="0">
                <a:solidFill>
                  <a:schemeClr val="accent3"/>
                </a:solidFill>
              </a:rPr>
              <a:t>Layer 3</a:t>
            </a:r>
            <a:r>
              <a:rPr kumimoji="1" lang="ja-JP" altLang="en-US" dirty="0" smtClean="0">
                <a:solidFill>
                  <a:schemeClr val="accent3"/>
                </a:solidFill>
              </a:rPr>
              <a:t>」を選択し</a:t>
            </a:r>
            <a:r>
              <a:rPr kumimoji="1" lang="en-US" altLang="ja-JP" dirty="0" smtClean="0">
                <a:solidFill>
                  <a:schemeClr val="accent3"/>
                </a:solidFill>
              </a:rPr>
              <a:t>,</a:t>
            </a:r>
            <a:endParaRPr kumimoji="1" lang="ja-JP" altLang="en-US" dirty="0">
              <a:solidFill>
                <a:schemeClr val="accent3"/>
              </a:solidFill>
            </a:endParaRPr>
          </a:p>
        </p:txBody>
      </p:sp>
      <p:cxnSp>
        <p:nvCxnSpPr>
          <p:cNvPr id="10" name="直線矢印コネクタ 9"/>
          <p:cNvCxnSpPr/>
          <p:nvPr/>
        </p:nvCxnSpPr>
        <p:spPr>
          <a:xfrm rot="16200000" flipV="1">
            <a:off x="7415060" y="226116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a:off x="7043758" y="273776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4031564" y="2859583"/>
            <a:ext cx="307581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Layer 3</a:t>
            </a:r>
            <a:r>
              <a:rPr kumimoji="1" lang="ja-JP" altLang="en-US" dirty="0" smtClean="0">
                <a:solidFill>
                  <a:schemeClr val="accent3"/>
                </a:solidFill>
              </a:rPr>
              <a:t>」の親アイテムとして「</a:t>
            </a:r>
            <a:r>
              <a:rPr kumimoji="1" lang="en-US" altLang="ja-JP" dirty="0" smtClean="0">
                <a:solidFill>
                  <a:schemeClr val="accent3"/>
                </a:solidFill>
              </a:rPr>
              <a:t>Layer 2</a:t>
            </a:r>
            <a:r>
              <a:rPr kumimoji="1" lang="ja-JP" altLang="en-US" dirty="0" smtClean="0">
                <a:solidFill>
                  <a:schemeClr val="accent3"/>
                </a:solidFill>
              </a:rPr>
              <a:t>」を選択する</a:t>
            </a:r>
            <a:endParaRPr kumimoji="1" lang="ja-JP" altLang="en-US" dirty="0">
              <a:solidFill>
                <a:schemeClr val="accent3"/>
              </a:solidFill>
            </a:endParaRPr>
          </a:p>
        </p:txBody>
      </p:sp>
      <p:cxnSp>
        <p:nvCxnSpPr>
          <p:cNvPr id="13" name="直線矢印コネクタ 12"/>
          <p:cNvCxnSpPr/>
          <p:nvPr/>
        </p:nvCxnSpPr>
        <p:spPr>
          <a:xfrm rot="5400000">
            <a:off x="4223704" y="3784215"/>
            <a:ext cx="375158" cy="354684"/>
          </a:xfrm>
          <a:prstGeom prst="straightConnector1">
            <a:avLst/>
          </a:prstGeom>
          <a:ln w="50800" cap="sq">
            <a:solidFill>
              <a:schemeClr val="accent3"/>
            </a:solidFill>
            <a:prstDash val="sysDot"/>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p:cNvPicPr>
            <a:picLocks noGrp="1" noChangeAspect="1" noChangeArrowheads="1"/>
          </p:cNvPicPr>
          <p:nvPr>
            <p:ph idx="1"/>
          </p:nvPr>
        </p:nvPicPr>
        <p:blipFill>
          <a:blip r:embed="rId2"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lang="ja-JP" altLang="en-US" dirty="0" smtClean="0"/>
              <a:t>「</a:t>
            </a:r>
            <a:r>
              <a:rPr lang="en-US" altLang="ja-JP" dirty="0" smtClean="0"/>
              <a:t>Layer 4</a:t>
            </a:r>
            <a:r>
              <a:rPr lang="ja-JP" altLang="en-US" dirty="0" smtClean="0"/>
              <a:t>」の親に「</a:t>
            </a:r>
            <a:r>
              <a:rPr lang="en-US" altLang="ja-JP" dirty="0" smtClean="0"/>
              <a:t>Layer</a:t>
            </a:r>
            <a:r>
              <a:rPr lang="ja-JP" altLang="en-US" dirty="0" smtClean="0"/>
              <a:t> </a:t>
            </a:r>
            <a:r>
              <a:rPr lang="en-US" altLang="ja-JP" dirty="0" smtClean="0"/>
              <a:t>1</a:t>
            </a:r>
            <a:r>
              <a:rPr lang="ja-JP" altLang="en-US" dirty="0" smtClean="0"/>
              <a:t>」を指定する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11</a:t>
            </a:fld>
            <a:endParaRPr lang="en-US" altLang="ja-JP"/>
          </a:p>
        </p:txBody>
      </p:sp>
      <p:cxnSp>
        <p:nvCxnSpPr>
          <p:cNvPr id="7" name="直線矢印コネクタ 6"/>
          <p:cNvCxnSpPr/>
          <p:nvPr/>
        </p:nvCxnSpPr>
        <p:spPr>
          <a:xfrm rot="5400000">
            <a:off x="3075752" y="6029453"/>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16200000" flipV="1">
            <a:off x="2992679" y="540337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1517117" y="4723795"/>
            <a:ext cx="344557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robot</a:t>
            </a:r>
            <a:r>
              <a:rPr kumimoji="1" lang="ja-JP" altLang="en-US" dirty="0" smtClean="0">
                <a:solidFill>
                  <a:schemeClr val="accent3"/>
                </a:solidFill>
              </a:rPr>
              <a:t>」</a:t>
            </a:r>
            <a:r>
              <a:rPr kumimoji="1" lang="en-US" altLang="ja-JP" dirty="0" smtClean="0">
                <a:solidFill>
                  <a:schemeClr val="accent3"/>
                </a:solidFill>
              </a:rPr>
              <a:t> </a:t>
            </a:r>
            <a:r>
              <a:rPr kumimoji="1" lang="ja-JP" altLang="en-US" dirty="0" smtClean="0">
                <a:solidFill>
                  <a:schemeClr val="accent3"/>
                </a:solidFill>
              </a:rPr>
              <a:t>オブジェクトの</a:t>
            </a:r>
            <a:endParaRPr kumimoji="1" lang="en-US" altLang="ja-JP" dirty="0" smtClean="0">
              <a:solidFill>
                <a:schemeClr val="accent3"/>
              </a:solidFill>
            </a:endParaRPr>
          </a:p>
          <a:p>
            <a:r>
              <a:rPr kumimoji="1" lang="ja-JP" altLang="en-US" dirty="0" smtClean="0">
                <a:solidFill>
                  <a:schemeClr val="accent3"/>
                </a:solidFill>
              </a:rPr>
              <a:t>「</a:t>
            </a:r>
            <a:r>
              <a:rPr kumimoji="1" lang="en-US" altLang="ja-JP" dirty="0" smtClean="0">
                <a:solidFill>
                  <a:schemeClr val="accent3"/>
                </a:solidFill>
              </a:rPr>
              <a:t>Layer 4</a:t>
            </a:r>
            <a:r>
              <a:rPr kumimoji="1" lang="ja-JP" altLang="en-US" dirty="0" smtClean="0">
                <a:solidFill>
                  <a:schemeClr val="accent3"/>
                </a:solidFill>
              </a:rPr>
              <a:t>」を選択し</a:t>
            </a:r>
            <a:r>
              <a:rPr kumimoji="1" lang="en-US" altLang="ja-JP" dirty="0" smtClean="0">
                <a:solidFill>
                  <a:schemeClr val="accent3"/>
                </a:solidFill>
              </a:rPr>
              <a:t>,</a:t>
            </a:r>
            <a:endParaRPr kumimoji="1" lang="ja-JP" altLang="en-US" dirty="0">
              <a:solidFill>
                <a:schemeClr val="accent3"/>
              </a:solidFill>
            </a:endParaRPr>
          </a:p>
        </p:txBody>
      </p:sp>
      <p:cxnSp>
        <p:nvCxnSpPr>
          <p:cNvPr id="10" name="直線矢印コネクタ 9"/>
          <p:cNvCxnSpPr/>
          <p:nvPr/>
        </p:nvCxnSpPr>
        <p:spPr>
          <a:xfrm rot="16200000" flipV="1">
            <a:off x="7415060" y="226116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a:off x="6910750" y="2621387"/>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3898556" y="2743201"/>
            <a:ext cx="307581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Layer 4</a:t>
            </a:r>
            <a:r>
              <a:rPr kumimoji="1" lang="ja-JP" altLang="en-US" dirty="0" smtClean="0">
                <a:solidFill>
                  <a:schemeClr val="accent3"/>
                </a:solidFill>
              </a:rPr>
              <a:t>」の親アイテムとして「</a:t>
            </a:r>
            <a:r>
              <a:rPr kumimoji="1" lang="en-US" altLang="ja-JP" dirty="0" smtClean="0">
                <a:solidFill>
                  <a:schemeClr val="accent3"/>
                </a:solidFill>
              </a:rPr>
              <a:t>Layer 1</a:t>
            </a:r>
            <a:r>
              <a:rPr kumimoji="1" lang="ja-JP" altLang="en-US" dirty="0" smtClean="0">
                <a:solidFill>
                  <a:schemeClr val="accent3"/>
                </a:solidFill>
              </a:rPr>
              <a:t>」を選択する</a:t>
            </a:r>
            <a:endParaRPr kumimoji="1" lang="ja-JP" altLang="en-US" dirty="0">
              <a:solidFill>
                <a:schemeClr val="accent3"/>
              </a:solidFill>
            </a:endParaRPr>
          </a:p>
        </p:txBody>
      </p:sp>
      <p:cxnSp>
        <p:nvCxnSpPr>
          <p:cNvPr id="13" name="直線矢印コネクタ 12"/>
          <p:cNvCxnSpPr/>
          <p:nvPr/>
        </p:nvCxnSpPr>
        <p:spPr>
          <a:xfrm rot="5400000">
            <a:off x="4223704" y="3784215"/>
            <a:ext cx="375158" cy="354684"/>
          </a:xfrm>
          <a:prstGeom prst="straightConnector1">
            <a:avLst/>
          </a:prstGeom>
          <a:ln w="50800" cap="sq">
            <a:solidFill>
              <a:schemeClr val="accent3"/>
            </a:solidFill>
            <a:prstDash val="sysDot"/>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lang="ja-JP" altLang="en-US" dirty="0" smtClean="0"/>
              <a:t>「</a:t>
            </a:r>
            <a:r>
              <a:rPr lang="en-US" altLang="ja-JP" dirty="0" smtClean="0"/>
              <a:t>Layer 5</a:t>
            </a:r>
            <a:r>
              <a:rPr lang="ja-JP" altLang="en-US" dirty="0" smtClean="0"/>
              <a:t>」の親に「</a:t>
            </a:r>
            <a:r>
              <a:rPr lang="en-US" altLang="ja-JP" dirty="0" smtClean="0"/>
              <a:t>Layer</a:t>
            </a:r>
            <a:r>
              <a:rPr lang="ja-JP" altLang="en-US" dirty="0" smtClean="0"/>
              <a:t> </a:t>
            </a:r>
            <a:r>
              <a:rPr lang="en-US" altLang="ja-JP" dirty="0" smtClean="0"/>
              <a:t>4</a:t>
            </a:r>
            <a:r>
              <a:rPr lang="ja-JP" altLang="en-US" dirty="0" smtClean="0"/>
              <a:t>」を指定する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12</a:t>
            </a:fld>
            <a:endParaRPr lang="en-US" altLang="ja-JP"/>
          </a:p>
        </p:txBody>
      </p:sp>
      <p:cxnSp>
        <p:nvCxnSpPr>
          <p:cNvPr id="7" name="直線矢印コネクタ 6"/>
          <p:cNvCxnSpPr/>
          <p:nvPr/>
        </p:nvCxnSpPr>
        <p:spPr>
          <a:xfrm rot="5400000">
            <a:off x="3109004" y="6029453"/>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16200000" flipV="1">
            <a:off x="3109061" y="5511448"/>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1542056" y="4831864"/>
            <a:ext cx="344557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robot</a:t>
            </a:r>
            <a:r>
              <a:rPr kumimoji="1" lang="ja-JP" altLang="en-US" dirty="0" smtClean="0">
                <a:solidFill>
                  <a:schemeClr val="accent3"/>
                </a:solidFill>
              </a:rPr>
              <a:t>」</a:t>
            </a:r>
            <a:r>
              <a:rPr kumimoji="1" lang="en-US" altLang="ja-JP" dirty="0" smtClean="0">
                <a:solidFill>
                  <a:schemeClr val="accent3"/>
                </a:solidFill>
              </a:rPr>
              <a:t> </a:t>
            </a:r>
            <a:r>
              <a:rPr kumimoji="1" lang="ja-JP" altLang="en-US" dirty="0" smtClean="0">
                <a:solidFill>
                  <a:schemeClr val="accent3"/>
                </a:solidFill>
              </a:rPr>
              <a:t>オブジェクトの</a:t>
            </a:r>
            <a:endParaRPr kumimoji="1" lang="en-US" altLang="ja-JP" dirty="0" smtClean="0">
              <a:solidFill>
                <a:schemeClr val="accent3"/>
              </a:solidFill>
            </a:endParaRPr>
          </a:p>
          <a:p>
            <a:r>
              <a:rPr kumimoji="1" lang="ja-JP" altLang="en-US" dirty="0" smtClean="0">
                <a:solidFill>
                  <a:schemeClr val="accent3"/>
                </a:solidFill>
              </a:rPr>
              <a:t>「</a:t>
            </a:r>
            <a:r>
              <a:rPr kumimoji="1" lang="en-US" altLang="ja-JP" dirty="0" smtClean="0">
                <a:solidFill>
                  <a:schemeClr val="accent3"/>
                </a:solidFill>
              </a:rPr>
              <a:t>Layer 5</a:t>
            </a:r>
            <a:r>
              <a:rPr kumimoji="1" lang="ja-JP" altLang="en-US" dirty="0" smtClean="0">
                <a:solidFill>
                  <a:schemeClr val="accent3"/>
                </a:solidFill>
              </a:rPr>
              <a:t>」を選択し</a:t>
            </a:r>
            <a:r>
              <a:rPr kumimoji="1" lang="en-US" altLang="ja-JP" dirty="0" smtClean="0">
                <a:solidFill>
                  <a:schemeClr val="accent3"/>
                </a:solidFill>
              </a:rPr>
              <a:t>,</a:t>
            </a:r>
            <a:endParaRPr kumimoji="1" lang="ja-JP" altLang="en-US" dirty="0">
              <a:solidFill>
                <a:schemeClr val="accent3"/>
              </a:solidFill>
            </a:endParaRPr>
          </a:p>
        </p:txBody>
      </p:sp>
      <p:cxnSp>
        <p:nvCxnSpPr>
          <p:cNvPr id="10" name="直線矢印コネクタ 9"/>
          <p:cNvCxnSpPr/>
          <p:nvPr/>
        </p:nvCxnSpPr>
        <p:spPr>
          <a:xfrm rot="16200000" flipV="1">
            <a:off x="7448312" y="226116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a:off x="6944002" y="2945480"/>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3931808" y="3067294"/>
            <a:ext cx="307581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Layer 5</a:t>
            </a:r>
            <a:r>
              <a:rPr kumimoji="1" lang="ja-JP" altLang="en-US" dirty="0" smtClean="0">
                <a:solidFill>
                  <a:schemeClr val="accent3"/>
                </a:solidFill>
              </a:rPr>
              <a:t>」の親アイテムとして「</a:t>
            </a:r>
            <a:r>
              <a:rPr kumimoji="1" lang="en-US" altLang="ja-JP" dirty="0" smtClean="0">
                <a:solidFill>
                  <a:schemeClr val="accent3"/>
                </a:solidFill>
              </a:rPr>
              <a:t>Layer 4</a:t>
            </a:r>
            <a:r>
              <a:rPr kumimoji="1" lang="ja-JP" altLang="en-US" dirty="0" smtClean="0">
                <a:solidFill>
                  <a:schemeClr val="accent3"/>
                </a:solidFill>
              </a:rPr>
              <a:t>」を選択する</a:t>
            </a:r>
            <a:endParaRPr kumimoji="1" lang="ja-JP" altLang="en-US" dirty="0">
              <a:solidFill>
                <a:schemeClr val="accent3"/>
              </a:solidFill>
            </a:endParaRPr>
          </a:p>
        </p:txBody>
      </p:sp>
      <p:cxnSp>
        <p:nvCxnSpPr>
          <p:cNvPr id="13" name="直線矢印コネクタ 12"/>
          <p:cNvCxnSpPr/>
          <p:nvPr/>
        </p:nvCxnSpPr>
        <p:spPr>
          <a:xfrm rot="5400000">
            <a:off x="4256956" y="3784215"/>
            <a:ext cx="375158" cy="354684"/>
          </a:xfrm>
          <a:prstGeom prst="straightConnector1">
            <a:avLst/>
          </a:prstGeom>
          <a:ln w="50800" cap="sq">
            <a:solidFill>
              <a:schemeClr val="accent3"/>
            </a:solidFill>
            <a:prstDash val="sysDot"/>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9" name="Picture 5"/>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lang="ja-JP" altLang="en-US" dirty="0" smtClean="0"/>
              <a:t>「腕」や「頭」にも親子関係を設定する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13</a:t>
            </a:fld>
            <a:endParaRPr lang="en-US" altLang="ja-JP"/>
          </a:p>
        </p:txBody>
      </p:sp>
      <p:cxnSp>
        <p:nvCxnSpPr>
          <p:cNvPr id="7" name="直線矢印コネクタ 6"/>
          <p:cNvCxnSpPr/>
          <p:nvPr/>
        </p:nvCxnSpPr>
        <p:spPr>
          <a:xfrm rot="16200000" flipH="1">
            <a:off x="3290587" y="5263212"/>
            <a:ext cx="1557097" cy="357552"/>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1542056" y="4831863"/>
            <a:ext cx="2456366" cy="1200329"/>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オブジェクトやオブジェクトのレイヤー選択は「アイテム」ウィンドウでもできる</a:t>
            </a:r>
            <a:endParaRPr kumimoji="1" lang="ja-JP" altLang="en-US" dirty="0">
              <a:solidFill>
                <a:schemeClr val="accent3"/>
              </a:solidFill>
            </a:endParaRPr>
          </a:p>
        </p:txBody>
      </p:sp>
      <p:sp>
        <p:nvSpPr>
          <p:cNvPr id="11" name="テキスト ボックス 10"/>
          <p:cNvSpPr txBox="1"/>
          <p:nvPr/>
        </p:nvSpPr>
        <p:spPr>
          <a:xfrm>
            <a:off x="2618351" y="1654233"/>
            <a:ext cx="3142373"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Layer </a:t>
            </a:r>
            <a:r>
              <a:rPr lang="en-US" altLang="ja-JP" dirty="0" smtClean="0">
                <a:solidFill>
                  <a:schemeClr val="accent3"/>
                </a:solidFill>
              </a:rPr>
              <a:t>1</a:t>
            </a:r>
            <a:r>
              <a:rPr kumimoji="1" lang="ja-JP" altLang="en-US" dirty="0" smtClean="0">
                <a:solidFill>
                  <a:schemeClr val="accent3"/>
                </a:solidFill>
              </a:rPr>
              <a:t>」</a:t>
            </a:r>
            <a:r>
              <a:rPr lang="ja-JP" altLang="en-US" dirty="0" smtClean="0">
                <a:solidFill>
                  <a:schemeClr val="accent3"/>
                </a:solidFill>
              </a:rPr>
              <a:t>（胴体）</a:t>
            </a:r>
            <a:r>
              <a:rPr kumimoji="1" lang="ja-JP" altLang="en-US" dirty="0" smtClean="0">
                <a:solidFill>
                  <a:schemeClr val="accent3"/>
                </a:solidFill>
              </a:rPr>
              <a:t>を起点にした親子関係を作る</a:t>
            </a:r>
            <a:endParaRPr kumimoji="1" lang="ja-JP" altLang="en-US" dirty="0">
              <a:solidFill>
                <a:schemeClr val="accent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3"/>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「スケマティック」ビューで確認する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14</a:t>
            </a:fld>
            <a:endParaRPr lang="en-US" altLang="ja-JP"/>
          </a:p>
        </p:txBody>
      </p:sp>
      <p:cxnSp>
        <p:nvCxnSpPr>
          <p:cNvPr id="7" name="直線矢印コネクタ 6"/>
          <p:cNvCxnSpPr/>
          <p:nvPr/>
        </p:nvCxnSpPr>
        <p:spPr>
          <a:xfrm rot="16200000" flipV="1">
            <a:off x="1911923" y="1561919"/>
            <a:ext cx="216025"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線矢印コネクタ 9"/>
          <p:cNvCxnSpPr/>
          <p:nvPr/>
        </p:nvCxnSpPr>
        <p:spPr>
          <a:xfrm rot="5400000">
            <a:off x="1911924" y="2859684"/>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4101660" y="5113463"/>
            <a:ext cx="3836280"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オブジェクトの各レイヤーが「</a:t>
            </a:r>
            <a:r>
              <a:rPr kumimoji="1" lang="en-US" altLang="ja-JP" dirty="0" smtClean="0">
                <a:solidFill>
                  <a:schemeClr val="accent3"/>
                </a:solidFill>
              </a:rPr>
              <a:t>Layer 1</a:t>
            </a:r>
            <a:r>
              <a:rPr kumimoji="1" lang="ja-JP" altLang="en-US" dirty="0" smtClean="0">
                <a:solidFill>
                  <a:schemeClr val="accent3"/>
                </a:solidFill>
              </a:rPr>
              <a:t>」を起点にした親子関係になっている</a:t>
            </a:r>
            <a:endParaRPr kumimoji="1" lang="ja-JP" altLang="en-US" dirty="0">
              <a:solidFill>
                <a:schemeClr val="accent3"/>
              </a:solidFill>
            </a:endParaRPr>
          </a:p>
        </p:txBody>
      </p:sp>
      <p:sp>
        <p:nvSpPr>
          <p:cNvPr id="12" name="テキスト ボックス 11"/>
          <p:cNvSpPr txBox="1"/>
          <p:nvPr/>
        </p:nvSpPr>
        <p:spPr>
          <a:xfrm>
            <a:off x="4303935" y="1728066"/>
            <a:ext cx="3836280" cy="369332"/>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（この表示は手作業で整理している）</a:t>
            </a:r>
            <a:endParaRPr kumimoji="1" lang="ja-JP" altLang="en-US" dirty="0">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ビューを「背面」に切り替える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15</a:t>
            </a:fld>
            <a:endParaRPr lang="en-US" altLang="ja-JP"/>
          </a:p>
        </p:txBody>
      </p:sp>
      <p:cxnSp>
        <p:nvCxnSpPr>
          <p:cNvPr id="7" name="直線矢印コネクタ 6"/>
          <p:cNvCxnSpPr/>
          <p:nvPr/>
        </p:nvCxnSpPr>
        <p:spPr>
          <a:xfrm rot="16200000" flipV="1">
            <a:off x="1537962" y="1345895"/>
            <a:ext cx="216025"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1670914" y="2127952"/>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Picture 5"/>
          <p:cNvPicPr>
            <a:picLocks noGrp="1" noChangeAspect="1" noChangeArrowheads="1"/>
          </p:cNvPicPr>
          <p:nvPr>
            <p:ph idx="1"/>
          </p:nvPr>
        </p:nvPicPr>
        <p:blipFill>
          <a:blip r:embed="rId3"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a:t>
            </a:r>
            <a:r>
              <a:rPr kumimoji="1" lang="en-US" altLang="ja-JP" dirty="0" smtClean="0"/>
              <a:t>Layer 2</a:t>
            </a:r>
            <a:r>
              <a:rPr kumimoji="1" lang="ja-JP" altLang="en-US" dirty="0" smtClean="0"/>
              <a:t>」を選択する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dirty="0" err="1" smtClean="0"/>
              <a:t>メディアデザイン演習</a:t>
            </a:r>
            <a:endParaRPr lang="en-US" altLang="ja-JP" dirty="0"/>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16</a:t>
            </a:fld>
            <a:endParaRPr lang="en-US" altLang="ja-JP"/>
          </a:p>
        </p:txBody>
      </p:sp>
      <p:cxnSp>
        <p:nvCxnSpPr>
          <p:cNvPr id="8" name="直線矢印コネクタ 7"/>
          <p:cNvCxnSpPr/>
          <p:nvPr/>
        </p:nvCxnSpPr>
        <p:spPr>
          <a:xfrm rot="5400000">
            <a:off x="2917862" y="6029453"/>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flipH="1" flipV="1">
            <a:off x="3790602" y="515398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3989431" y="4648978"/>
            <a:ext cx="3445576"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a:t>
            </a:r>
            <a:r>
              <a:rPr kumimoji="1" lang="en-US" altLang="ja-JP" dirty="0" smtClean="0">
                <a:solidFill>
                  <a:schemeClr val="accent3"/>
                </a:solidFill>
              </a:rPr>
              <a:t>robot</a:t>
            </a:r>
            <a:r>
              <a:rPr kumimoji="1" lang="ja-JP" altLang="en-US" dirty="0" smtClean="0">
                <a:solidFill>
                  <a:schemeClr val="accent3"/>
                </a:solidFill>
              </a:rPr>
              <a:t>」</a:t>
            </a:r>
            <a:r>
              <a:rPr kumimoji="1" lang="en-US" altLang="ja-JP" dirty="0" smtClean="0">
                <a:solidFill>
                  <a:schemeClr val="accent3"/>
                </a:solidFill>
              </a:rPr>
              <a:t> </a:t>
            </a:r>
            <a:r>
              <a:rPr kumimoji="1" lang="ja-JP" altLang="en-US" dirty="0" smtClean="0">
                <a:solidFill>
                  <a:schemeClr val="accent3"/>
                </a:solidFill>
              </a:rPr>
              <a:t>オブジェクトの</a:t>
            </a:r>
            <a:endParaRPr kumimoji="1" lang="en-US" altLang="ja-JP" dirty="0" smtClean="0">
              <a:solidFill>
                <a:schemeClr val="accent3"/>
              </a:solidFill>
            </a:endParaRPr>
          </a:p>
          <a:p>
            <a:r>
              <a:rPr kumimoji="1" lang="ja-JP" altLang="en-US" dirty="0" smtClean="0">
                <a:solidFill>
                  <a:schemeClr val="accent3"/>
                </a:solidFill>
              </a:rPr>
              <a:t>「</a:t>
            </a:r>
            <a:r>
              <a:rPr kumimoji="1" lang="en-US" altLang="ja-JP" dirty="0" smtClean="0">
                <a:solidFill>
                  <a:schemeClr val="accent3"/>
                </a:solidFill>
              </a:rPr>
              <a:t>Layer 2</a:t>
            </a:r>
            <a:r>
              <a:rPr kumimoji="1" lang="ja-JP" altLang="en-US" dirty="0" smtClean="0">
                <a:solidFill>
                  <a:schemeClr val="accent3"/>
                </a:solidFill>
              </a:rPr>
              <a:t>」を選択する</a:t>
            </a:r>
            <a:endParaRPr kumimoji="1" lang="ja-JP" altLang="en-US" dirty="0">
              <a:solidFill>
                <a:schemeClr val="accent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4"/>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a:t>
            </a:r>
            <a:r>
              <a:rPr kumimoji="1" lang="en-US" altLang="ja-JP" dirty="0" smtClean="0"/>
              <a:t>Layer 2</a:t>
            </a:r>
            <a:r>
              <a:rPr kumimoji="1" lang="ja-JP" altLang="en-US" dirty="0" smtClean="0"/>
              <a:t>」の中心点を移動する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17</a:t>
            </a:fld>
            <a:endParaRPr lang="en-US" altLang="ja-JP"/>
          </a:p>
        </p:txBody>
      </p:sp>
      <p:sp>
        <p:nvSpPr>
          <p:cNvPr id="8" name="テキスト ボックス 7"/>
          <p:cNvSpPr txBox="1"/>
          <p:nvPr/>
        </p:nvSpPr>
        <p:spPr>
          <a:xfrm>
            <a:off x="2486908" y="1645426"/>
            <a:ext cx="1487908"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「変形」のタブ</a:t>
            </a:r>
            <a:endParaRPr kumimoji="1" lang="ja-JP" altLang="en-US" dirty="0">
              <a:solidFill>
                <a:schemeClr val="accent3"/>
              </a:solidFill>
            </a:endParaRPr>
          </a:p>
        </p:txBody>
      </p:sp>
      <p:cxnSp>
        <p:nvCxnSpPr>
          <p:cNvPr id="9" name="直線矢印コネクタ 8"/>
          <p:cNvCxnSpPr/>
          <p:nvPr/>
        </p:nvCxnSpPr>
        <p:spPr>
          <a:xfrm rot="16200000" flipH="1">
            <a:off x="2270884" y="1429402"/>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1814962" y="2378523"/>
            <a:ext cx="2228495"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「中心点移動」を選ぶ</a:t>
            </a:r>
            <a:endParaRPr kumimoji="1" lang="ja-JP" altLang="en-US" dirty="0">
              <a:solidFill>
                <a:schemeClr val="accent3"/>
              </a:solidFill>
            </a:endParaRPr>
          </a:p>
        </p:txBody>
      </p:sp>
      <p:cxnSp>
        <p:nvCxnSpPr>
          <p:cNvPr id="11" name="直線矢印コネクタ 10"/>
          <p:cNvCxnSpPr/>
          <p:nvPr/>
        </p:nvCxnSpPr>
        <p:spPr>
          <a:xfrm rot="5400000" flipH="1" flipV="1">
            <a:off x="1521334" y="256318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5400000">
            <a:off x="6490782" y="3505972"/>
            <a:ext cx="742604" cy="387927"/>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4842933" y="4360333"/>
            <a:ext cx="3172235" cy="1200329"/>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背景の部分（何もないところ）でマウスをドラッグすれば中心点が移動する（改めてオブジェクトを選択する必要はない）</a:t>
            </a:r>
            <a:endParaRPr kumimoji="1" lang="ja-JP" altLang="en-US" dirty="0">
              <a:solidFill>
                <a:schemeClr val="accent3"/>
              </a:solidFill>
            </a:endParaRPr>
          </a:p>
        </p:txBody>
      </p:sp>
      <p:cxnSp>
        <p:nvCxnSpPr>
          <p:cNvPr id="15" name="直線矢印コネクタ 14"/>
          <p:cNvCxnSpPr/>
          <p:nvPr/>
        </p:nvCxnSpPr>
        <p:spPr>
          <a:xfrm rot="5400000" flipH="1" flipV="1">
            <a:off x="5057016" y="2956552"/>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214849" y="2629693"/>
            <a:ext cx="2207656"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関節付近に移動する</a:t>
            </a:r>
            <a:endParaRPr kumimoji="1" lang="ja-JP" altLang="en-US" dirty="0">
              <a:solidFill>
                <a:schemeClr val="accent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3"/>
          <p:cNvPicPr>
            <a:picLocks noGrp="1" noChangeAspect="1" noChangeArrowheads="1"/>
          </p:cNvPicPr>
          <p:nvPr>
            <p:ph idx="1"/>
          </p:nvPr>
        </p:nvPicPr>
        <p:blipFill>
          <a:blip r:embed="rId2"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a:t>
            </a:r>
            <a:r>
              <a:rPr kumimoji="1" lang="en-US" altLang="ja-JP" dirty="0" smtClean="0"/>
              <a:t>Layer 3</a:t>
            </a:r>
            <a:r>
              <a:rPr kumimoji="1" lang="ja-JP" altLang="en-US" dirty="0" smtClean="0"/>
              <a:t>」の中心点を移動する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18</a:t>
            </a:fld>
            <a:endParaRPr lang="en-US" altLang="ja-JP"/>
          </a:p>
        </p:txBody>
      </p:sp>
      <p:cxnSp>
        <p:nvCxnSpPr>
          <p:cNvPr id="7" name="直線矢印コネクタ 6"/>
          <p:cNvCxnSpPr/>
          <p:nvPr/>
        </p:nvCxnSpPr>
        <p:spPr>
          <a:xfrm rot="5400000">
            <a:off x="4649583" y="4622539"/>
            <a:ext cx="742604" cy="387927"/>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flipH="1" flipV="1">
            <a:off x="5057016" y="3208594"/>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5214849" y="2881735"/>
            <a:ext cx="2207656"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関節付近に移動する</a:t>
            </a:r>
            <a:endParaRPr kumimoji="1" lang="ja-JP" altLang="en-US" dirty="0">
              <a:solidFill>
                <a:schemeClr val="accent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Grp="1" noChangeAspect="1" noChangeArrowheads="1"/>
          </p:cNvPicPr>
          <p:nvPr>
            <p:ph idx="1"/>
          </p:nvPr>
        </p:nvPicPr>
        <p:blipFill>
          <a:blip r:embed="rId2"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a:t>
            </a:r>
            <a:r>
              <a:rPr kumimoji="1" lang="en-US" altLang="ja-JP" dirty="0" smtClean="0"/>
              <a:t>Layer 4</a:t>
            </a:r>
            <a:r>
              <a:rPr kumimoji="1" lang="ja-JP" altLang="en-US" dirty="0" smtClean="0"/>
              <a:t>」の中心点を移動</a:t>
            </a:r>
            <a:r>
              <a:rPr lang="ja-JP" altLang="en-US" dirty="0" smtClean="0"/>
              <a:t>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19</a:t>
            </a:fld>
            <a:endParaRPr lang="en-US" altLang="ja-JP"/>
          </a:p>
        </p:txBody>
      </p:sp>
      <p:cxnSp>
        <p:nvCxnSpPr>
          <p:cNvPr id="7" name="直線矢印コネクタ 6"/>
          <p:cNvCxnSpPr/>
          <p:nvPr/>
        </p:nvCxnSpPr>
        <p:spPr>
          <a:xfrm rot="16200000" flipH="1">
            <a:off x="4441758" y="4399110"/>
            <a:ext cx="742604" cy="387927"/>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flipH="1" flipV="1">
            <a:off x="4849191" y="2985165"/>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5007024" y="2658306"/>
            <a:ext cx="2207656"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関節付近に移動する</a:t>
            </a:r>
            <a:endParaRPr kumimoji="1" lang="ja-JP" altLang="en-US" dirty="0">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3"/>
          <p:cNvPicPr>
            <a:picLocks noGrp="1" noChangeAspect="1" noChangeArrowheads="1"/>
          </p:cNvPicPr>
          <p:nvPr>
            <p:ph idx="1"/>
          </p:nvPr>
        </p:nvPicPr>
        <p:blipFill>
          <a:blip r:embed="rId2"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a:t>
            </a:r>
            <a:r>
              <a:rPr kumimoji="1" lang="en-US" altLang="ja-JP" dirty="0" smtClean="0"/>
              <a:t>Layer 5</a:t>
            </a:r>
            <a:r>
              <a:rPr kumimoji="1" lang="ja-JP" altLang="en-US" dirty="0" smtClean="0"/>
              <a:t>」の中心点を移動</a:t>
            </a:r>
            <a:r>
              <a:rPr lang="ja-JP" altLang="en-US" dirty="0" smtClean="0"/>
              <a:t>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20</a:t>
            </a:fld>
            <a:endParaRPr lang="en-US" altLang="ja-JP"/>
          </a:p>
        </p:txBody>
      </p:sp>
      <p:cxnSp>
        <p:nvCxnSpPr>
          <p:cNvPr id="7" name="直線矢印コネクタ 6"/>
          <p:cNvCxnSpPr/>
          <p:nvPr/>
        </p:nvCxnSpPr>
        <p:spPr>
          <a:xfrm rot="16200000" flipH="1">
            <a:off x="4441759" y="4631872"/>
            <a:ext cx="742604" cy="387927"/>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flipH="1" flipV="1">
            <a:off x="4849192" y="3217927"/>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5007025" y="2891068"/>
            <a:ext cx="2207656"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関節付近に移動する</a:t>
            </a:r>
            <a:endParaRPr kumimoji="1" lang="ja-JP" altLang="en-US" dirty="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p:cNvPicPr>
            <a:picLocks noGrp="1" noChangeAspect="1" noChangeArrowheads="1"/>
          </p:cNvPicPr>
          <p:nvPr>
            <p:ph idx="1"/>
          </p:nvPr>
        </p:nvPicPr>
        <p:blipFill>
          <a:blip r:embed="rId2" cstate="print"/>
          <a:srcRect/>
          <a:stretch>
            <a:fillRect/>
          </a:stretch>
        </p:blipFill>
        <p:spPr bwMode="auto">
          <a:xfrm>
            <a:off x="875323" y="1196975"/>
            <a:ext cx="7393354"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lang="ja-JP" altLang="en-US" dirty="0" smtClean="0"/>
              <a:t>「腕」や「頭」の中心点も移動する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21</a:t>
            </a:fld>
            <a:endParaRPr lang="en-US" altLang="ja-JP"/>
          </a:p>
        </p:txBody>
      </p:sp>
      <p:cxnSp>
        <p:nvCxnSpPr>
          <p:cNvPr id="8" name="直線矢印コネクタ 7"/>
          <p:cNvCxnSpPr/>
          <p:nvPr/>
        </p:nvCxnSpPr>
        <p:spPr>
          <a:xfrm rot="5400000" flipH="1" flipV="1">
            <a:off x="4929552" y="2492909"/>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2680080" y="3822070"/>
            <a:ext cx="4482317" cy="369332"/>
          </a:xfrm>
          <a:prstGeom prst="rect">
            <a:avLst/>
          </a:prstGeom>
          <a:noFill/>
          <a:effectLst>
            <a:outerShdw blurRad="38100" dist="38100" dir="1800000" algn="tl" rotWithShape="0">
              <a:prstClr val="black">
                <a:alpha val="60000"/>
              </a:prstClr>
            </a:outerShdw>
          </a:effectLst>
        </p:spPr>
        <p:txBody>
          <a:bodyPr wrap="none" rtlCol="0">
            <a:spAutoFit/>
          </a:bodyPr>
          <a:lstStyle/>
          <a:p>
            <a:r>
              <a:rPr kumimoji="1" lang="ja-JP" altLang="en-US" dirty="0" smtClean="0">
                <a:solidFill>
                  <a:schemeClr val="accent3"/>
                </a:solidFill>
              </a:rPr>
              <a:t>「腕」や「頭」の中心点を関節付近に移動する</a:t>
            </a:r>
            <a:endParaRPr kumimoji="1" lang="ja-JP" altLang="en-US" dirty="0">
              <a:solidFill>
                <a:schemeClr val="accent3"/>
              </a:solidFill>
            </a:endParaRPr>
          </a:p>
        </p:txBody>
      </p:sp>
      <p:cxnSp>
        <p:nvCxnSpPr>
          <p:cNvPr id="14" name="直線矢印コネクタ 13"/>
          <p:cNvCxnSpPr/>
          <p:nvPr/>
        </p:nvCxnSpPr>
        <p:spPr>
          <a:xfrm rot="16200000" flipH="1">
            <a:off x="5181708" y="2853134"/>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5" name="直線矢印コネクタ 14"/>
          <p:cNvCxnSpPr/>
          <p:nvPr/>
        </p:nvCxnSpPr>
        <p:spPr>
          <a:xfrm rot="5400000">
            <a:off x="4455729" y="2853134"/>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6" name="直線矢印コネクタ 15"/>
          <p:cNvCxnSpPr/>
          <p:nvPr/>
        </p:nvCxnSpPr>
        <p:spPr>
          <a:xfrm rot="5400000" flipH="1" flipV="1">
            <a:off x="5381106" y="2628797"/>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rot="16200000" flipV="1">
            <a:off x="4264587" y="2628797"/>
            <a:ext cx="216024" cy="216024"/>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3" name="Picture 5"/>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シーン</a:t>
            </a:r>
            <a:r>
              <a:rPr lang="ja-JP" altLang="en-US" dirty="0" smtClean="0"/>
              <a:t>を</a:t>
            </a:r>
            <a:r>
              <a:rPr kumimoji="1" lang="ja-JP" altLang="en-US" dirty="0" smtClean="0"/>
              <a:t>保存する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22</a:t>
            </a:fld>
            <a:endParaRPr lang="en-US" altLang="ja-JP"/>
          </a:p>
        </p:txBody>
      </p:sp>
      <p:cxnSp>
        <p:nvCxnSpPr>
          <p:cNvPr id="7" name="直線矢印コネクタ 6"/>
          <p:cNvCxnSpPr/>
          <p:nvPr/>
        </p:nvCxnSpPr>
        <p:spPr>
          <a:xfrm rot="10800000">
            <a:off x="1313410" y="1421477"/>
            <a:ext cx="382386" cy="307571"/>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10800000" flipV="1">
            <a:off x="2432859" y="1995053"/>
            <a:ext cx="304793" cy="1"/>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2144618" y="3524599"/>
            <a:ext cx="5561291" cy="646331"/>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「ファイル」メニューの「</a:t>
            </a:r>
            <a:r>
              <a:rPr lang="ja-JP" altLang="en-US" dirty="0" smtClean="0">
                <a:solidFill>
                  <a:schemeClr val="accent3"/>
                </a:solidFill>
              </a:rPr>
              <a:t>保存</a:t>
            </a:r>
            <a:r>
              <a:rPr kumimoji="1" lang="ja-JP" altLang="en-US" dirty="0" smtClean="0">
                <a:solidFill>
                  <a:schemeClr val="accent3"/>
                </a:solidFill>
              </a:rPr>
              <a:t>」「シーン保存」を選択するか</a:t>
            </a:r>
            <a:endParaRPr kumimoji="1" lang="en-US" altLang="ja-JP" dirty="0" smtClean="0">
              <a:solidFill>
                <a:schemeClr val="accent3"/>
              </a:solidFill>
            </a:endParaRPr>
          </a:p>
          <a:p>
            <a:r>
              <a:rPr lang="ja-JP" altLang="en-US" dirty="0" smtClean="0">
                <a:solidFill>
                  <a:schemeClr val="accent3"/>
                </a:solidFill>
              </a:rPr>
              <a:t>「</a:t>
            </a:r>
            <a:r>
              <a:rPr lang="en-US" altLang="ja-JP" dirty="0" smtClean="0">
                <a:solidFill>
                  <a:schemeClr val="accent3"/>
                </a:solidFill>
              </a:rPr>
              <a:t>s</a:t>
            </a:r>
            <a:r>
              <a:rPr lang="ja-JP" altLang="en-US" dirty="0" smtClean="0">
                <a:solidFill>
                  <a:schemeClr val="accent3"/>
                </a:solidFill>
              </a:rPr>
              <a:t>」をタイプ</a:t>
            </a:r>
            <a:endParaRPr kumimoji="1" lang="en-US" altLang="ja-JP" dirty="0" smtClean="0">
              <a:solidFill>
                <a:schemeClr val="accent3"/>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「デスクトップ」か「マイドキュメント」に保存</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23</a:t>
            </a:fld>
            <a:endParaRPr lang="en-US" altLang="ja-JP"/>
          </a:p>
        </p:txBody>
      </p:sp>
      <p:pic>
        <p:nvPicPr>
          <p:cNvPr id="23554" name="Picture 2"/>
          <p:cNvPicPr>
            <a:picLocks noGrp="1" noChangeAspect="1" noChangeArrowheads="1"/>
          </p:cNvPicPr>
          <p:nvPr>
            <p:ph idx="1"/>
          </p:nvPr>
        </p:nvPicPr>
        <p:blipFill>
          <a:blip r:embed="rId2" cstate="print"/>
          <a:srcRect/>
          <a:stretch>
            <a:fillRect/>
          </a:stretch>
        </p:blipFill>
        <p:spPr bwMode="auto">
          <a:xfrm>
            <a:off x="875322" y="1196975"/>
            <a:ext cx="7393355" cy="5256213"/>
          </a:xfrm>
          <a:prstGeom prst="rect">
            <a:avLst/>
          </a:prstGeom>
          <a:noFill/>
          <a:ln w="9525">
            <a:noFill/>
            <a:miter lim="800000"/>
            <a:headEnd/>
            <a:tailEnd/>
          </a:ln>
        </p:spPr>
      </p:pic>
      <p:cxnSp>
        <p:nvCxnSpPr>
          <p:cNvPr id="8" name="直線矢印コネクタ 7"/>
          <p:cNvCxnSpPr/>
          <p:nvPr/>
        </p:nvCxnSpPr>
        <p:spPr>
          <a:xfrm flipV="1">
            <a:off x="3142320" y="4779811"/>
            <a:ext cx="216024" cy="196182"/>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1927059" y="2668279"/>
            <a:ext cx="224551" cy="224551"/>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89240" y="3341717"/>
            <a:ext cx="2460832" cy="1200329"/>
          </a:xfrm>
          <a:prstGeom prst="rect">
            <a:avLst/>
          </a:prstGeom>
          <a:noFill/>
          <a:effectLst>
            <a:outerShdw blurRad="25400" dist="254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「デスクトップ」や「マイドキュメント」など自分のファイルが保存可能な場所を選ぶ</a:t>
            </a:r>
            <a:endParaRPr kumimoji="1" lang="ja-JP" altLang="en-US" dirty="0">
              <a:solidFill>
                <a:schemeClr val="accent3"/>
              </a:solidFill>
            </a:endParaRPr>
          </a:p>
        </p:txBody>
      </p:sp>
      <p:cxnSp>
        <p:nvCxnSpPr>
          <p:cNvPr id="11" name="直線矢印コネクタ 10"/>
          <p:cNvCxnSpPr/>
          <p:nvPr/>
        </p:nvCxnSpPr>
        <p:spPr>
          <a:xfrm rot="16200000" flipV="1">
            <a:off x="6019800" y="5278474"/>
            <a:ext cx="224551" cy="224551"/>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2966673" y="4108541"/>
            <a:ext cx="1724367" cy="646331"/>
          </a:xfrm>
          <a:prstGeom prst="rect">
            <a:avLst/>
          </a:prstGeom>
          <a:noFill/>
          <a:effectLst>
            <a:outerShdw blurRad="25400" dist="254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「ファイル名」を指定する</a:t>
            </a:r>
            <a:endParaRPr kumimoji="1" lang="en-US" altLang="ja-JP" dirty="0" smtClean="0">
              <a:solidFill>
                <a:schemeClr val="accent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875323" y="1196975"/>
            <a:ext cx="7393355" cy="5256213"/>
          </a:xfrm>
          <a:prstGeom prst="rect">
            <a:avLst/>
          </a:prstGeom>
          <a:noFill/>
          <a:ln w="9525">
            <a:noFill/>
            <a:miter lim="800000"/>
            <a:headEnd/>
            <a:tailEnd/>
          </a:ln>
        </p:spPr>
      </p:pic>
      <p:sp>
        <p:nvSpPr>
          <p:cNvPr id="2" name="タイトル 1"/>
          <p:cNvSpPr>
            <a:spLocks noGrp="1"/>
          </p:cNvSpPr>
          <p:nvPr>
            <p:ph type="title"/>
          </p:nvPr>
        </p:nvSpPr>
        <p:spPr/>
        <p:txBody>
          <a:bodyPr/>
          <a:lstStyle/>
          <a:p>
            <a:r>
              <a:rPr kumimoji="1" lang="ja-JP" altLang="en-US" dirty="0" smtClean="0"/>
              <a:t>オブジェクトも保存する</a:t>
            </a:r>
            <a:endParaRPr kumimoji="1" lang="ja-JP" altLang="en-US" dirty="0"/>
          </a:p>
        </p:txBody>
      </p:sp>
      <p:sp>
        <p:nvSpPr>
          <p:cNvPr id="4" name="フッター プレースホルダ 3"/>
          <p:cNvSpPr>
            <a:spLocks noGrp="1"/>
          </p:cNvSpPr>
          <p:nvPr>
            <p:ph type="ftr" sz="quarter" idx="11"/>
          </p:nvPr>
        </p:nvSpPr>
        <p:spPr/>
        <p:txBody>
          <a:bodyPr/>
          <a:lstStyle/>
          <a:p>
            <a:r>
              <a:rPr lang="en-US" altLang="ja-JP" smtClean="0"/>
              <a:t>メディアデザイン演習</a:t>
            </a:r>
            <a:endParaRPr lang="en-US" altLang="ja-JP"/>
          </a:p>
        </p:txBody>
      </p:sp>
      <p:sp>
        <p:nvSpPr>
          <p:cNvPr id="5" name="スライド番号プレースホルダ 4"/>
          <p:cNvSpPr>
            <a:spLocks noGrp="1"/>
          </p:cNvSpPr>
          <p:nvPr>
            <p:ph type="sldNum" sz="quarter" idx="12"/>
          </p:nvPr>
        </p:nvSpPr>
        <p:spPr/>
        <p:txBody>
          <a:bodyPr/>
          <a:lstStyle/>
          <a:p>
            <a:fld id="{3010A245-9887-4288-A9BE-B8A98211D943}" type="slidenum">
              <a:rPr lang="en-US" altLang="ja-JP" smtClean="0"/>
              <a:pPr/>
              <a:t>24</a:t>
            </a:fld>
            <a:endParaRPr lang="en-US" altLang="ja-JP"/>
          </a:p>
        </p:txBody>
      </p:sp>
      <p:cxnSp>
        <p:nvCxnSpPr>
          <p:cNvPr id="7" name="直線矢印コネクタ 6"/>
          <p:cNvCxnSpPr/>
          <p:nvPr/>
        </p:nvCxnSpPr>
        <p:spPr>
          <a:xfrm rot="10800000">
            <a:off x="1313410" y="1421477"/>
            <a:ext cx="382386" cy="307571"/>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16200000" flipV="1">
            <a:off x="2157151" y="2270764"/>
            <a:ext cx="856211" cy="304792"/>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1754678" y="3627120"/>
            <a:ext cx="2251364" cy="923330"/>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「ファイル」メニューの「</a:t>
            </a:r>
            <a:r>
              <a:rPr lang="ja-JP" altLang="en-US" dirty="0" smtClean="0">
                <a:solidFill>
                  <a:schemeClr val="accent3"/>
                </a:solidFill>
              </a:rPr>
              <a:t>保存</a:t>
            </a:r>
            <a:r>
              <a:rPr kumimoji="1" lang="ja-JP" altLang="en-US" dirty="0" smtClean="0">
                <a:solidFill>
                  <a:schemeClr val="accent3"/>
                </a:solidFill>
              </a:rPr>
              <a:t>」「全オブジェクトを保存」を選択する</a:t>
            </a:r>
            <a:endParaRPr kumimoji="1" lang="en-US" altLang="ja-JP" dirty="0" smtClean="0">
              <a:solidFill>
                <a:schemeClr val="accent3"/>
              </a:solidFill>
            </a:endParaRPr>
          </a:p>
        </p:txBody>
      </p:sp>
      <p:sp>
        <p:nvSpPr>
          <p:cNvPr id="10" name="テキスト ボックス 9"/>
          <p:cNvSpPr txBox="1"/>
          <p:nvPr/>
        </p:nvSpPr>
        <p:spPr>
          <a:xfrm>
            <a:off x="5773694" y="1729049"/>
            <a:ext cx="2471146" cy="1477328"/>
          </a:xfrm>
          <a:prstGeom prst="rect">
            <a:avLst/>
          </a:prstGeom>
          <a:noFill/>
          <a:effectLst>
            <a:outerShdw blurRad="38100" dist="38100" dir="1800000" algn="tl" rotWithShape="0">
              <a:prstClr val="black">
                <a:alpha val="60000"/>
              </a:prstClr>
            </a:outerShdw>
          </a:effectLst>
        </p:spPr>
        <p:txBody>
          <a:bodyPr wrap="square" rtlCol="0">
            <a:spAutoFit/>
          </a:bodyPr>
          <a:lstStyle/>
          <a:p>
            <a:r>
              <a:rPr kumimoji="1" lang="ja-JP" altLang="en-US" dirty="0" smtClean="0">
                <a:solidFill>
                  <a:schemeClr val="accent3"/>
                </a:solidFill>
              </a:rPr>
              <a:t>「レイアウト」でオブジェクトの情報に変更を加えることがあるのでオブジェクトも保存することを習慣にしておく</a:t>
            </a:r>
            <a:endParaRPr kumimoji="1" lang="en-US" altLang="ja-JP" dirty="0" smtClean="0">
              <a:solidFill>
                <a:schemeClr val="accent3"/>
              </a:solidFill>
            </a:endParaRPr>
          </a:p>
        </p:txBody>
      </p:sp>
      <p:cxnSp>
        <p:nvCxnSpPr>
          <p:cNvPr id="11" name="直線矢印コネクタ 10"/>
          <p:cNvCxnSpPr/>
          <p:nvPr/>
        </p:nvCxnSpPr>
        <p:spPr>
          <a:xfrm rot="16200000" flipV="1">
            <a:off x="4175765" y="3718564"/>
            <a:ext cx="670560" cy="487673"/>
          </a:xfrm>
          <a:prstGeom prst="straightConnector1">
            <a:avLst/>
          </a:prstGeom>
          <a:ln w="50800" cap="sq">
            <a:solidFill>
              <a:schemeClr val="accent3"/>
            </a:solidFill>
            <a:prstDash val="sysDot"/>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cxnSp>
        <p:nvCxnSpPr>
          <p:cNvPr id="15" name="直線矢印コネクタ 14"/>
          <p:cNvCxnSpPr/>
          <p:nvPr/>
        </p:nvCxnSpPr>
        <p:spPr>
          <a:xfrm flipV="1">
            <a:off x="6165273" y="4457624"/>
            <a:ext cx="342207" cy="307572"/>
          </a:xfrm>
          <a:prstGeom prst="straightConnector1">
            <a:avLst/>
          </a:prstGeom>
          <a:ln w="50800" cap="sq">
            <a:solidFill>
              <a:schemeClr val="accent3"/>
            </a:solidFill>
            <a:headEnd type="triangle" w="med" len="med"/>
            <a:tailEnd type="none" w="med" len="med"/>
          </a:ln>
          <a:effectLst>
            <a:outerShdw blurRad="38100" dist="38100" dir="1800000" algn="tl" rotWithShape="0">
              <a:prstClr val="black">
                <a:alpha val="6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標準デザイン">
  <a:themeElements>
    <a:clrScheme name="mde">
      <a:dk1>
        <a:srgbClr val="393939"/>
      </a:dk1>
      <a:lt1>
        <a:srgbClr val="FFFFFF"/>
      </a:lt1>
      <a:dk2>
        <a:srgbClr val="5F5F5F"/>
      </a:dk2>
      <a:lt2>
        <a:srgbClr val="FFCC00"/>
      </a:lt2>
      <a:accent1>
        <a:srgbClr val="4D4D4D"/>
      </a:accent1>
      <a:accent2>
        <a:srgbClr val="FF3300"/>
      </a:accent2>
      <a:accent3>
        <a:srgbClr val="EE8D0C"/>
      </a:accent3>
      <a:accent4>
        <a:srgbClr val="DADADA"/>
      </a:accent4>
      <a:accent5>
        <a:srgbClr val="B2B2B2"/>
      </a:accent5>
      <a:accent6>
        <a:srgbClr val="E72D00"/>
      </a:accent6>
      <a:hlink>
        <a:srgbClr val="FF6600"/>
      </a:hlink>
      <a:folHlink>
        <a:srgbClr val="D45600"/>
      </a:folHlink>
    </a:clrScheme>
    <a:fontScheme name="標準デザイン">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標準デザイン 13">
        <a:dk1>
          <a:srgbClr val="003300"/>
        </a:dk1>
        <a:lt1>
          <a:srgbClr val="FFFFFF"/>
        </a:lt1>
        <a:dk2>
          <a:srgbClr val="000000"/>
        </a:dk2>
        <a:lt2>
          <a:srgbClr val="808080"/>
        </a:lt2>
        <a:accent1>
          <a:srgbClr val="BBE0E3"/>
        </a:accent1>
        <a:accent2>
          <a:srgbClr val="333399"/>
        </a:accent2>
        <a:accent3>
          <a:srgbClr val="FFFFFF"/>
        </a:accent3>
        <a:accent4>
          <a:srgbClr val="002A00"/>
        </a:accent4>
        <a:accent5>
          <a:srgbClr val="DAEDEF"/>
        </a:accent5>
        <a:accent6>
          <a:srgbClr val="2D2D8A"/>
        </a:accent6>
        <a:hlink>
          <a:srgbClr val="009999"/>
        </a:hlink>
        <a:folHlink>
          <a:srgbClr val="009900"/>
        </a:folHlink>
      </a:clrScheme>
      <a:clrMap bg1="lt1" tx1="dk1" bg2="lt2" tx2="dk2" accent1="accent1" accent2="accent2" accent3="accent3" accent4="accent4" accent5="accent5" accent6="accent6" hlink="hlink" folHlink="folHlink"/>
    </a:extraClrScheme>
    <a:extraClrScheme>
      <a:clrScheme name="標準デザイン 14">
        <a:dk1>
          <a:srgbClr val="003300"/>
        </a:dk1>
        <a:lt1>
          <a:srgbClr val="FFFFFF"/>
        </a:lt1>
        <a:dk2>
          <a:srgbClr val="003300"/>
        </a:dk2>
        <a:lt2>
          <a:srgbClr val="808080"/>
        </a:lt2>
        <a:accent1>
          <a:srgbClr val="BBE0E3"/>
        </a:accent1>
        <a:accent2>
          <a:srgbClr val="333399"/>
        </a:accent2>
        <a:accent3>
          <a:srgbClr val="FFFFFF"/>
        </a:accent3>
        <a:accent4>
          <a:srgbClr val="002A00"/>
        </a:accent4>
        <a:accent5>
          <a:srgbClr val="DAEDEF"/>
        </a:accent5>
        <a:accent6>
          <a:srgbClr val="2D2D8A"/>
        </a:accent6>
        <a:hlink>
          <a:srgbClr val="009999"/>
        </a:hlink>
        <a:folHlink>
          <a:srgbClr val="009900"/>
        </a:folHlink>
      </a:clrScheme>
      <a:clrMap bg1="lt1" tx1="dk1" bg2="lt2" tx2="dk2" accent1="accent1" accent2="accent2" accent3="accent3" accent4="accent4" accent5="accent5" accent6="accent6" hlink="hlink" folHlink="folHlink"/>
    </a:extraClrScheme>
    <a:extraClrScheme>
      <a:clrScheme name="標準デザイン 15">
        <a:dk1>
          <a:srgbClr val="1C1C1C"/>
        </a:dk1>
        <a:lt1>
          <a:srgbClr val="FFCC00"/>
        </a:lt1>
        <a:dk2>
          <a:srgbClr val="4D4D4D"/>
        </a:dk2>
        <a:lt2>
          <a:srgbClr val="FFFFFF"/>
        </a:lt2>
        <a:accent1>
          <a:srgbClr val="777777"/>
        </a:accent1>
        <a:accent2>
          <a:srgbClr val="FF3300"/>
        </a:accent2>
        <a:accent3>
          <a:srgbClr val="B2B2B2"/>
        </a:accent3>
        <a:accent4>
          <a:srgbClr val="DAAE00"/>
        </a:accent4>
        <a:accent5>
          <a:srgbClr val="BDBDBD"/>
        </a:accent5>
        <a:accent6>
          <a:srgbClr val="E72D00"/>
        </a:accent6>
        <a:hlink>
          <a:srgbClr val="FF6600"/>
        </a:hlink>
        <a:folHlink>
          <a:srgbClr val="D45600"/>
        </a:folHlink>
      </a:clrScheme>
      <a:clrMap bg1="dk2" tx1="lt1" bg2="dk1" tx2="lt2" accent1="accent1" accent2="accent2" accent3="accent3" accent4="accent4" accent5="accent5" accent6="accent6" hlink="hlink" folHlink="folHlink"/>
    </a:extraClrScheme>
    <a:extraClrScheme>
      <a:clrScheme name="標準デザイン 16">
        <a:dk1>
          <a:srgbClr val="1C1C1C"/>
        </a:dk1>
        <a:lt1>
          <a:srgbClr val="FFCC00"/>
        </a:lt1>
        <a:dk2>
          <a:srgbClr val="4D4D4D"/>
        </a:dk2>
        <a:lt2>
          <a:srgbClr val="FFFFFF"/>
        </a:lt2>
        <a:accent1>
          <a:srgbClr val="4D4D4D"/>
        </a:accent1>
        <a:accent2>
          <a:srgbClr val="FF3300"/>
        </a:accent2>
        <a:accent3>
          <a:srgbClr val="B2B2B2"/>
        </a:accent3>
        <a:accent4>
          <a:srgbClr val="DAAE00"/>
        </a:accent4>
        <a:accent5>
          <a:srgbClr val="B2B2B2"/>
        </a:accent5>
        <a:accent6>
          <a:srgbClr val="E72D00"/>
        </a:accent6>
        <a:hlink>
          <a:srgbClr val="FF6600"/>
        </a:hlink>
        <a:folHlink>
          <a:srgbClr val="D45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2609</TotalTime>
  <Words>714</Words>
  <Application>Microsoft Office PowerPoint</Application>
  <PresentationFormat>画面に合わせる (4:3)</PresentationFormat>
  <Paragraphs>122</Paragraphs>
  <Slides>24</Slides>
  <Notes>4</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標準デザイン</vt:lpstr>
      <vt:lpstr>レイアウトでの親子関係の設定</vt:lpstr>
      <vt:lpstr>「レイアウト」を起動する</vt:lpstr>
      <vt:lpstr>オブジェクトを配置する</vt:lpstr>
      <vt:lpstr>オブジェクト (LWO) ファイルを選択する</vt:lpstr>
      <vt:lpstr>オブジェクトがシーンに配置される</vt:lpstr>
      <vt:lpstr>テクスチャソリッド表示に切り替える</vt:lpstr>
      <vt:lpstr>オブジェクトのレイヤーを選択する</vt:lpstr>
      <vt:lpstr>「モーションオプション」を表示する</vt:lpstr>
      <vt:lpstr>「Layer 2」の親に「Layer 1」を指定する</vt:lpstr>
      <vt:lpstr>「Layer 3」の親に「Layer 2」を指定する</vt:lpstr>
      <vt:lpstr>「Layer 4」の親に「Layer 1」を指定する</vt:lpstr>
      <vt:lpstr>「Layer 5」の親に「Layer 4」を指定する</vt:lpstr>
      <vt:lpstr>「腕」や「頭」にも親子関係を設定する</vt:lpstr>
      <vt:lpstr>「スケマティック」ビューで確認する</vt:lpstr>
      <vt:lpstr>ビューを「背面」に切り替える</vt:lpstr>
      <vt:lpstr>「Layer 2」を選択する</vt:lpstr>
      <vt:lpstr>「Layer 2」の中心点を移動する</vt:lpstr>
      <vt:lpstr>「Layer 3」の中心点を移動する</vt:lpstr>
      <vt:lpstr>「Layer 4」の中心点を移動する</vt:lpstr>
      <vt:lpstr>「Layer 5」の中心点を移動する</vt:lpstr>
      <vt:lpstr>「腕」や「頭」の中心点も移動する</vt:lpstr>
      <vt:lpstr>シーンを保存する</vt:lpstr>
      <vt:lpstr>「デスクトップ」か「マイドキュメント」に保存</vt:lpstr>
      <vt:lpstr>オブジェクトも保存する</vt:lpstr>
    </vt:vector>
  </TitlesOfParts>
  <Company>和歌山大学</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モデリング</dc:title>
  <dc:creator>床井浩平</dc:creator>
  <cp:lastModifiedBy>Kohe Tokoi</cp:lastModifiedBy>
  <cp:revision>483</cp:revision>
  <dcterms:created xsi:type="dcterms:W3CDTF">2003-10-06T09:37:19Z</dcterms:created>
  <dcterms:modified xsi:type="dcterms:W3CDTF">2010-09-24T05:21:07Z</dcterms:modified>
</cp:coreProperties>
</file>